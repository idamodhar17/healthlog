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5" r:id="rId5"/>
    <p:sldId id="259" r:id="rId6"/>
    <p:sldId id="264" r:id="rId7"/>
    <p:sldId id="262" r:id="rId8"/>
    <p:sldId id="260" r:id="rId9"/>
    <p:sldId id="261" r:id="rId10"/>
    <p:sldId id="266" r:id="rId11"/>
    <p:sldId id="267" r:id="rId12"/>
    <p:sldId id="268" r:id="rId13"/>
  </p:sldIdLst>
  <p:sldSz cx="18288000" cy="10287000"/>
  <p:notesSz cx="6858000" cy="9144000"/>
  <p:embeddedFontLst>
    <p:embeddedFont>
      <p:font typeface="Arial Bold" panose="020B0704020202020204" pitchFamily="34" charset="0"/>
      <p:regular r:id="rId15"/>
      <p:bold r:id="rId16"/>
    </p:embeddedFont>
    <p:embeddedFont>
      <p:font typeface="Trade Gothic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B05EE-75FF-E18A-74A0-EF5D8663C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A13267-EA4B-4533-F4E1-F933E837ED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173DEF-9A90-81AB-AEB9-167EBB71600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FC1F900-DECA-07B6-1127-46DDBAD266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E45A350-F65E-75AA-C661-732AE24B47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F3BD4-D4A2-93E3-BB5F-102AE75D2AF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C7490E-4249-A3D7-B60D-4AACAB16F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74740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D3385-EA67-796F-938D-DFB7C1D6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EE5C26-1D98-41F6-ED5F-5BD4D9535D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C41095-C831-10A5-F213-2958DD428A9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E6D5A91-695A-A025-2DA8-C810DFEB6F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FF69F03-D616-9D32-B977-CD8D295A7D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C7254-EDD4-F3FD-92B5-5705E195645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E9AA3-BF8D-794D-93BC-6B963019AA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66819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C2B27-23D5-B0BF-B393-84496FADD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6FFDE31-DF92-261C-5F2B-8A39928484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1733F7-E2DF-7088-3716-E21F680C2A2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99551C9-6750-C448-7C4D-CDEA58BC57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9599AE6-D23B-31F2-95E0-1332A96DAC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B4AAD-4AA6-0F2B-4CEB-D34E02F01C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085A4-0D3C-693E-C7DD-2E8CBBB00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9930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2D01F-7C82-168A-2D8B-7402D5BD1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275E17-BD81-168C-4391-BF1C083C6D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5E8FBB-5439-A851-FC93-62372EFA44B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930254F-0889-0A78-C3DF-674F25A9A5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0115958-2F3E-760C-2EE8-A053E369F0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EEC84-FD1C-2F20-A1F1-59AFA32B276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AE188-9735-78E6-22EE-AE37D4797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902195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2E0B1-2119-A2E4-CBEB-4245977C6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6B67B8-119F-64AF-CF6E-CF10429EC6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0DA88-318B-D40C-2CE5-7B0167FAB9D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3390AB2-96D0-DDD9-DD87-6D841DB12E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02EFFA1-0D13-01EE-2A16-2BBDAD676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2B80A-98E2-15FC-2DA5-3467F6567A2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D84AF-5DB7-5282-3E9D-6A7560DFD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464538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48307-BB3B-FDE4-9E3A-21D66A0CF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F262449-CD6B-9E9E-3441-EFFEC09575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31509E-8056-B16D-7DE7-5B3A47F3AD6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F11B357-A774-ADF2-25D6-8DDCAA86FD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EC6D650-2CAF-5228-65A5-331CCFA3D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12A09-B627-46F3-0CD9-54071BFC506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5C7E0-1969-23A3-4C87-44E4128056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08676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70324" y="406535"/>
            <a:ext cx="5706691" cy="1045541"/>
            <a:chOff x="0" y="0"/>
            <a:chExt cx="7608921" cy="139405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608921" cy="1394055"/>
              <a:chOff x="0" y="0"/>
              <a:chExt cx="1700016" cy="31146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700016" cy="311465"/>
              </a:xfrm>
              <a:custGeom>
                <a:avLst/>
                <a:gdLst/>
                <a:ahLst/>
                <a:cxnLst/>
                <a:rect l="l" t="t" r="r" b="b"/>
                <a:pathLst>
                  <a:path w="1700016" h="311465">
                    <a:moveTo>
                      <a:pt x="18302" y="0"/>
                    </a:moveTo>
                    <a:lnTo>
                      <a:pt x="1681715" y="0"/>
                    </a:lnTo>
                    <a:cubicBezTo>
                      <a:pt x="1686569" y="0"/>
                      <a:pt x="1691224" y="1928"/>
                      <a:pt x="1694656" y="5360"/>
                    </a:cubicBezTo>
                    <a:cubicBezTo>
                      <a:pt x="1698088" y="8793"/>
                      <a:pt x="1700016" y="13448"/>
                      <a:pt x="1700016" y="18302"/>
                    </a:cubicBezTo>
                    <a:lnTo>
                      <a:pt x="1700016" y="293164"/>
                    </a:lnTo>
                    <a:cubicBezTo>
                      <a:pt x="1700016" y="303271"/>
                      <a:pt x="1691822" y="311465"/>
                      <a:pt x="1681715" y="311465"/>
                    </a:cubicBezTo>
                    <a:lnTo>
                      <a:pt x="18302" y="311465"/>
                    </a:lnTo>
                    <a:cubicBezTo>
                      <a:pt x="8194" y="311465"/>
                      <a:pt x="0" y="303271"/>
                      <a:pt x="0" y="293164"/>
                    </a:cubicBezTo>
                    <a:lnTo>
                      <a:pt x="0" y="18302"/>
                    </a:lnTo>
                    <a:cubicBezTo>
                      <a:pt x="0" y="8194"/>
                      <a:pt x="8194" y="0"/>
                      <a:pt x="18302" y="0"/>
                    </a:cubicBezTo>
                    <a:close/>
                  </a:path>
                </a:pathLst>
              </a:custGeom>
              <a:solidFill>
                <a:srgbClr val="040F23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1700016" cy="3590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0" y="94091"/>
              <a:ext cx="7110803" cy="1205874"/>
            </a:xfrm>
            <a:custGeom>
              <a:avLst/>
              <a:gdLst/>
              <a:ahLst/>
              <a:cxnLst/>
              <a:rect l="l" t="t" r="r" b="b"/>
              <a:pathLst>
                <a:path w="7110803" h="1205874">
                  <a:moveTo>
                    <a:pt x="0" y="0"/>
                  </a:moveTo>
                  <a:lnTo>
                    <a:pt x="7110803" y="0"/>
                  </a:lnTo>
                  <a:lnTo>
                    <a:pt x="7110803" y="1205873"/>
                  </a:lnTo>
                  <a:lnTo>
                    <a:pt x="0" y="120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7218997" y="4333875"/>
            <a:ext cx="3850005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5400" b="1" dirty="0">
                <a:latin typeface="Arial"/>
                <a:ea typeface="ＭＳ Ｐゴシック"/>
                <a:cs typeface="Arial"/>
              </a:rPr>
              <a:t>INFINITY</a:t>
            </a:r>
            <a:endParaRPr lang="en-US" sz="5400" dirty="0"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4940CF-F35B-95FF-C966-9DCFAB9F21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4213306"/>
            <a:ext cx="1600200" cy="10721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26210" y="2195342"/>
            <a:ext cx="10225807" cy="4736361"/>
            <a:chOff x="-4786970" y="-4296876"/>
            <a:chExt cx="13634408" cy="63151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47438" cy="2018272"/>
            </a:xfrm>
            <a:custGeom>
              <a:avLst/>
              <a:gdLst/>
              <a:ahLst/>
              <a:cxnLst/>
              <a:rect l="l" t="t" r="r" b="b"/>
              <a:pathLst>
                <a:path w="8847438" h="2018272">
                  <a:moveTo>
                    <a:pt x="0" y="0"/>
                  </a:moveTo>
                  <a:lnTo>
                    <a:pt x="8847438" y="0"/>
                  </a:lnTo>
                  <a:lnTo>
                    <a:pt x="8847438" y="2018272"/>
                  </a:lnTo>
                  <a:lnTo>
                    <a:pt x="0" y="20182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-4786970" y="-4296876"/>
              <a:ext cx="8847438" cy="20468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 dirty="0"/>
            </a:p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Statement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6400" y="9635728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Bold"/>
                  <a:ea typeface="Trade Gothic Bold"/>
                  <a:cs typeface="Trade Gothic Bold"/>
                  <a:sym typeface="Trade Gothic Bold"/>
                </a:rPr>
                <a:t>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870324" y="406535"/>
            <a:ext cx="5706691" cy="1045541"/>
            <a:chOff x="0" y="0"/>
            <a:chExt cx="7608921" cy="1394055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7608921" cy="1394055"/>
              <a:chOff x="0" y="0"/>
              <a:chExt cx="1700016" cy="31146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700016" cy="311465"/>
              </a:xfrm>
              <a:custGeom>
                <a:avLst/>
                <a:gdLst/>
                <a:ahLst/>
                <a:cxnLst/>
                <a:rect l="l" t="t" r="r" b="b"/>
                <a:pathLst>
                  <a:path w="1700016" h="311465">
                    <a:moveTo>
                      <a:pt x="18302" y="0"/>
                    </a:moveTo>
                    <a:lnTo>
                      <a:pt x="1681715" y="0"/>
                    </a:lnTo>
                    <a:cubicBezTo>
                      <a:pt x="1686569" y="0"/>
                      <a:pt x="1691224" y="1928"/>
                      <a:pt x="1694656" y="5360"/>
                    </a:cubicBezTo>
                    <a:cubicBezTo>
                      <a:pt x="1698088" y="8793"/>
                      <a:pt x="1700016" y="13448"/>
                      <a:pt x="1700016" y="18302"/>
                    </a:cubicBezTo>
                    <a:lnTo>
                      <a:pt x="1700016" y="293164"/>
                    </a:lnTo>
                    <a:cubicBezTo>
                      <a:pt x="1700016" y="303271"/>
                      <a:pt x="1691822" y="311465"/>
                      <a:pt x="1681715" y="311465"/>
                    </a:cubicBezTo>
                    <a:lnTo>
                      <a:pt x="18302" y="311465"/>
                    </a:lnTo>
                    <a:cubicBezTo>
                      <a:pt x="8194" y="311465"/>
                      <a:pt x="0" y="303271"/>
                      <a:pt x="0" y="293164"/>
                    </a:cubicBezTo>
                    <a:lnTo>
                      <a:pt x="0" y="18302"/>
                    </a:lnTo>
                    <a:cubicBezTo>
                      <a:pt x="0" y="8194"/>
                      <a:pt x="8194" y="0"/>
                      <a:pt x="18302" y="0"/>
                    </a:cubicBezTo>
                    <a:close/>
                  </a:path>
                </a:pathLst>
              </a:custGeom>
              <a:solidFill>
                <a:srgbClr val="040F23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1700016" cy="3590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0" y="94091"/>
              <a:ext cx="7110803" cy="1205874"/>
            </a:xfrm>
            <a:custGeom>
              <a:avLst/>
              <a:gdLst/>
              <a:ahLst/>
              <a:cxnLst/>
              <a:rect l="l" t="t" r="r" b="b"/>
              <a:pathLst>
                <a:path w="7110803" h="1205874">
                  <a:moveTo>
                    <a:pt x="0" y="0"/>
                  </a:moveTo>
                  <a:lnTo>
                    <a:pt x="7110803" y="0"/>
                  </a:lnTo>
                  <a:lnTo>
                    <a:pt x="7110803" y="1205873"/>
                  </a:lnTo>
                  <a:lnTo>
                    <a:pt x="0" y="120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438336" y="9371410"/>
            <a:ext cx="19412459" cy="925115"/>
            <a:chOff x="0" y="0"/>
            <a:chExt cx="25883279" cy="1233487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25883279" cy="1233487"/>
              <a:chOff x="0" y="0"/>
              <a:chExt cx="3994333" cy="19035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994333" cy="190353"/>
              </a:xfrm>
              <a:custGeom>
                <a:avLst/>
                <a:gdLst/>
                <a:ahLst/>
                <a:cxnLst/>
                <a:rect l="l" t="t" r="r" b="b"/>
                <a:pathLst>
                  <a:path w="3994333" h="190353">
                    <a:moveTo>
                      <a:pt x="7789" y="0"/>
                    </a:moveTo>
                    <a:lnTo>
                      <a:pt x="3986544" y="0"/>
                    </a:lnTo>
                    <a:cubicBezTo>
                      <a:pt x="3990846" y="0"/>
                      <a:pt x="3994333" y="3487"/>
                      <a:pt x="3994333" y="7789"/>
                    </a:cubicBezTo>
                    <a:lnTo>
                      <a:pt x="3994333" y="182564"/>
                    </a:lnTo>
                    <a:cubicBezTo>
                      <a:pt x="3994333" y="184629"/>
                      <a:pt x="3993513" y="186611"/>
                      <a:pt x="3992052" y="188072"/>
                    </a:cubicBezTo>
                    <a:cubicBezTo>
                      <a:pt x="3990591" y="189532"/>
                      <a:pt x="3988610" y="190353"/>
                      <a:pt x="3986544" y="190353"/>
                    </a:cubicBezTo>
                    <a:lnTo>
                      <a:pt x="7789" y="190353"/>
                    </a:lnTo>
                    <a:cubicBezTo>
                      <a:pt x="5723" y="190353"/>
                      <a:pt x="3742" y="189532"/>
                      <a:pt x="2281" y="188072"/>
                    </a:cubicBezTo>
                    <a:cubicBezTo>
                      <a:pt x="821" y="186611"/>
                      <a:pt x="0" y="184629"/>
                      <a:pt x="0" y="182564"/>
                    </a:cubicBezTo>
                    <a:lnTo>
                      <a:pt x="0" y="7789"/>
                    </a:lnTo>
                    <a:cubicBezTo>
                      <a:pt x="0" y="5723"/>
                      <a:pt x="821" y="3742"/>
                      <a:pt x="2281" y="2281"/>
                    </a:cubicBezTo>
                    <a:cubicBezTo>
                      <a:pt x="3742" y="821"/>
                      <a:pt x="5723" y="0"/>
                      <a:pt x="7789" y="0"/>
                    </a:cubicBezTo>
                    <a:close/>
                  </a:path>
                </a:pathLst>
              </a:custGeom>
              <a:solidFill>
                <a:srgbClr val="00A6C8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3994333" cy="228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23404781" y="282395"/>
              <a:ext cx="293668" cy="649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41"/>
                </a:lnSpc>
                <a:spcBef>
                  <a:spcPct val="0"/>
                </a:spcBef>
              </a:pPr>
              <a:r>
                <a:rPr lang="en-US" sz="3117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732CAB9-75E2-8106-D76D-65D7C28F94EA}"/>
              </a:ext>
            </a:extLst>
          </p:cNvPr>
          <p:cNvSpPr txBox="1"/>
          <p:nvPr/>
        </p:nvSpPr>
        <p:spPr>
          <a:xfrm>
            <a:off x="3692201" y="4084667"/>
            <a:ext cx="11151383" cy="1818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Patients’ medical histories often get lost between hospitals, forcing repeated tests and risking misdiagnosis. There’s no simple, patient-controlled way to carry accurate health records across doctors.</a:t>
            </a:r>
            <a:endParaRPr lang="en-IN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144" y="9524999"/>
            <a:ext cx="18302286" cy="769145"/>
            <a:chOff x="0" y="0"/>
            <a:chExt cx="24403048" cy="1025526"/>
          </a:xfrm>
        </p:grpSpPr>
        <p:sp>
          <p:nvSpPr>
            <p:cNvPr id="3" name="Freeform 3"/>
            <p:cNvSpPr/>
            <p:nvPr/>
          </p:nvSpPr>
          <p:spPr>
            <a:xfrm>
              <a:off x="9525" y="9525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03050" cy="1025525"/>
            </a:xfrm>
            <a:custGeom>
              <a:avLst/>
              <a:gdLst/>
              <a:ahLst/>
              <a:cxnLst/>
              <a:rect l="l" t="t" r="r" b="b"/>
              <a:pathLst>
                <a:path w="24403050" h="1025525">
                  <a:moveTo>
                    <a:pt x="9525" y="0"/>
                  </a:moveTo>
                  <a:lnTo>
                    <a:pt x="24393525" y="0"/>
                  </a:lnTo>
                  <a:cubicBezTo>
                    <a:pt x="24398732" y="0"/>
                    <a:pt x="24403050" y="4318"/>
                    <a:pt x="24403050" y="9525"/>
                  </a:cubicBezTo>
                  <a:lnTo>
                    <a:pt x="24403050" y="1016000"/>
                  </a:lnTo>
                  <a:cubicBezTo>
                    <a:pt x="24403050" y="1021207"/>
                    <a:pt x="24398732" y="1025525"/>
                    <a:pt x="24393525" y="1025525"/>
                  </a:cubicBezTo>
                  <a:lnTo>
                    <a:pt x="9525" y="1025525"/>
                  </a:lnTo>
                  <a:cubicBezTo>
                    <a:pt x="4318" y="1025525"/>
                    <a:pt x="0" y="1021207"/>
                    <a:pt x="0" y="101600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16000"/>
                  </a:lnTo>
                  <a:lnTo>
                    <a:pt x="9525" y="1016000"/>
                  </a:lnTo>
                  <a:lnTo>
                    <a:pt x="9525" y="1006475"/>
                  </a:lnTo>
                  <a:lnTo>
                    <a:pt x="24393525" y="1006475"/>
                  </a:lnTo>
                  <a:lnTo>
                    <a:pt x="24393525" y="1016000"/>
                  </a:lnTo>
                  <a:lnTo>
                    <a:pt x="24384000" y="1016000"/>
                  </a:lnTo>
                  <a:lnTo>
                    <a:pt x="24384000" y="9525"/>
                  </a:lnTo>
                  <a:lnTo>
                    <a:pt x="24393525" y="9525"/>
                  </a:lnTo>
                  <a:lnTo>
                    <a:pt x="243935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7027742" y="3162300"/>
            <a:ext cx="3546716" cy="2514600"/>
            <a:chOff x="0" y="-2178908"/>
            <a:chExt cx="4728955" cy="335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63764" cy="1173892"/>
            </a:xfrm>
            <a:custGeom>
              <a:avLst/>
              <a:gdLst/>
              <a:ahLst/>
              <a:cxnLst/>
              <a:rect l="l" t="t" r="r" b="b"/>
              <a:pathLst>
                <a:path w="4563764" h="1173892">
                  <a:moveTo>
                    <a:pt x="0" y="0"/>
                  </a:moveTo>
                  <a:lnTo>
                    <a:pt x="4563764" y="0"/>
                  </a:lnTo>
                  <a:lnTo>
                    <a:pt x="4563764" y="1173892"/>
                  </a:lnTo>
                  <a:lnTo>
                    <a:pt x="0" y="11738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65191" y="-2178908"/>
              <a:ext cx="4563764" cy="12024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Solution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30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Bold"/>
                  <a:ea typeface="Trade Gothic Bold"/>
                  <a:cs typeface="Trade Gothic Bold"/>
                  <a:sym typeface="Trade Gothic Bold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438336" y="9371410"/>
            <a:ext cx="19412459" cy="925115"/>
            <a:chOff x="0" y="0"/>
            <a:chExt cx="25883279" cy="1233487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25883279" cy="1233487"/>
              <a:chOff x="0" y="0"/>
              <a:chExt cx="3994333" cy="19035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994333" cy="190353"/>
              </a:xfrm>
              <a:custGeom>
                <a:avLst/>
                <a:gdLst/>
                <a:ahLst/>
                <a:cxnLst/>
                <a:rect l="l" t="t" r="r" b="b"/>
                <a:pathLst>
                  <a:path w="3994333" h="190353">
                    <a:moveTo>
                      <a:pt x="7789" y="0"/>
                    </a:moveTo>
                    <a:lnTo>
                      <a:pt x="3986544" y="0"/>
                    </a:lnTo>
                    <a:cubicBezTo>
                      <a:pt x="3990846" y="0"/>
                      <a:pt x="3994333" y="3487"/>
                      <a:pt x="3994333" y="7789"/>
                    </a:cubicBezTo>
                    <a:lnTo>
                      <a:pt x="3994333" y="182564"/>
                    </a:lnTo>
                    <a:cubicBezTo>
                      <a:pt x="3994333" y="184629"/>
                      <a:pt x="3993513" y="186611"/>
                      <a:pt x="3992052" y="188072"/>
                    </a:cubicBezTo>
                    <a:cubicBezTo>
                      <a:pt x="3990591" y="189532"/>
                      <a:pt x="3988610" y="190353"/>
                      <a:pt x="3986544" y="190353"/>
                    </a:cubicBezTo>
                    <a:lnTo>
                      <a:pt x="7789" y="190353"/>
                    </a:lnTo>
                    <a:cubicBezTo>
                      <a:pt x="5723" y="190353"/>
                      <a:pt x="3742" y="189532"/>
                      <a:pt x="2281" y="188072"/>
                    </a:cubicBezTo>
                    <a:cubicBezTo>
                      <a:pt x="821" y="186611"/>
                      <a:pt x="0" y="184629"/>
                      <a:pt x="0" y="182564"/>
                    </a:cubicBezTo>
                    <a:lnTo>
                      <a:pt x="0" y="7789"/>
                    </a:lnTo>
                    <a:cubicBezTo>
                      <a:pt x="0" y="5723"/>
                      <a:pt x="821" y="3742"/>
                      <a:pt x="2281" y="2281"/>
                    </a:cubicBezTo>
                    <a:cubicBezTo>
                      <a:pt x="3742" y="821"/>
                      <a:pt x="5723" y="0"/>
                      <a:pt x="7789" y="0"/>
                    </a:cubicBezTo>
                    <a:close/>
                  </a:path>
                </a:pathLst>
              </a:custGeom>
              <a:solidFill>
                <a:srgbClr val="00A6C8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3994333" cy="228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23404781" y="282395"/>
              <a:ext cx="293668" cy="649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41"/>
                </a:lnSpc>
                <a:spcBef>
                  <a:spcPct val="0"/>
                </a:spcBef>
              </a:pPr>
              <a:r>
                <a:rPr lang="en-US" sz="3117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870324" y="406535"/>
            <a:ext cx="5706691" cy="1045541"/>
            <a:chOff x="0" y="0"/>
            <a:chExt cx="7608921" cy="1394055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608921" cy="1394055"/>
              <a:chOff x="0" y="0"/>
              <a:chExt cx="1700016" cy="31146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700016" cy="311465"/>
              </a:xfrm>
              <a:custGeom>
                <a:avLst/>
                <a:gdLst/>
                <a:ahLst/>
                <a:cxnLst/>
                <a:rect l="l" t="t" r="r" b="b"/>
                <a:pathLst>
                  <a:path w="1700016" h="311465">
                    <a:moveTo>
                      <a:pt x="18302" y="0"/>
                    </a:moveTo>
                    <a:lnTo>
                      <a:pt x="1681715" y="0"/>
                    </a:lnTo>
                    <a:cubicBezTo>
                      <a:pt x="1686569" y="0"/>
                      <a:pt x="1691224" y="1928"/>
                      <a:pt x="1694656" y="5360"/>
                    </a:cubicBezTo>
                    <a:cubicBezTo>
                      <a:pt x="1698088" y="8793"/>
                      <a:pt x="1700016" y="13448"/>
                      <a:pt x="1700016" y="18302"/>
                    </a:cubicBezTo>
                    <a:lnTo>
                      <a:pt x="1700016" y="293164"/>
                    </a:lnTo>
                    <a:cubicBezTo>
                      <a:pt x="1700016" y="303271"/>
                      <a:pt x="1691822" y="311465"/>
                      <a:pt x="1681715" y="311465"/>
                    </a:cubicBezTo>
                    <a:lnTo>
                      <a:pt x="18302" y="311465"/>
                    </a:lnTo>
                    <a:cubicBezTo>
                      <a:pt x="8194" y="311465"/>
                      <a:pt x="0" y="303271"/>
                      <a:pt x="0" y="293164"/>
                    </a:cubicBezTo>
                    <a:lnTo>
                      <a:pt x="0" y="18302"/>
                    </a:lnTo>
                    <a:cubicBezTo>
                      <a:pt x="0" y="8194"/>
                      <a:pt x="8194" y="0"/>
                      <a:pt x="18302" y="0"/>
                    </a:cubicBezTo>
                    <a:close/>
                  </a:path>
                </a:pathLst>
              </a:custGeom>
              <a:solidFill>
                <a:srgbClr val="040F23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1700016" cy="3590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9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0" y="94091"/>
              <a:ext cx="7110803" cy="1205874"/>
            </a:xfrm>
            <a:custGeom>
              <a:avLst/>
              <a:gdLst/>
              <a:ahLst/>
              <a:cxnLst/>
              <a:rect l="l" t="t" r="r" b="b"/>
              <a:pathLst>
                <a:path w="7110803" h="1205874">
                  <a:moveTo>
                    <a:pt x="0" y="0"/>
                  </a:moveTo>
                  <a:lnTo>
                    <a:pt x="7110803" y="0"/>
                  </a:lnTo>
                  <a:lnTo>
                    <a:pt x="7110803" y="1205873"/>
                  </a:lnTo>
                  <a:lnTo>
                    <a:pt x="0" y="120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2FDFADE-B03A-1085-09B1-0FABB8A61F00}"/>
              </a:ext>
            </a:extLst>
          </p:cNvPr>
          <p:cNvSpPr txBox="1"/>
          <p:nvPr/>
        </p:nvSpPr>
        <p:spPr>
          <a:xfrm>
            <a:off x="3124200" y="4157310"/>
            <a:ext cx="11353800" cy="1818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A secure, portable Electronic Health Record (EHR) system where patients fully control their data and can share it with doctors instantly using a secure QR code.</a:t>
            </a:r>
            <a:endParaRPr lang="en-IN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509AF-FEEE-9C70-33A6-5D9CE2DE1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E659C5D-69BC-93B4-84CE-3EF55A8AAC10}"/>
              </a:ext>
            </a:extLst>
          </p:cNvPr>
          <p:cNvGrpSpPr/>
          <p:nvPr/>
        </p:nvGrpSpPr>
        <p:grpSpPr>
          <a:xfrm>
            <a:off x="-7144" y="9524999"/>
            <a:ext cx="18302286" cy="769145"/>
            <a:chOff x="0" y="0"/>
            <a:chExt cx="24403048" cy="10255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EBA9685-1468-6F80-0C44-E11FFA1A1672}"/>
                </a:ext>
              </a:extLst>
            </p:cNvPr>
            <p:cNvSpPr/>
            <p:nvPr/>
          </p:nvSpPr>
          <p:spPr>
            <a:xfrm>
              <a:off x="9525" y="9525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7D6E415-6ED3-71B1-2532-41F7E11B6C91}"/>
                </a:ext>
              </a:extLst>
            </p:cNvPr>
            <p:cNvSpPr/>
            <p:nvPr/>
          </p:nvSpPr>
          <p:spPr>
            <a:xfrm>
              <a:off x="0" y="0"/>
              <a:ext cx="24403050" cy="1025525"/>
            </a:xfrm>
            <a:custGeom>
              <a:avLst/>
              <a:gdLst/>
              <a:ahLst/>
              <a:cxnLst/>
              <a:rect l="l" t="t" r="r" b="b"/>
              <a:pathLst>
                <a:path w="24403050" h="1025525">
                  <a:moveTo>
                    <a:pt x="9525" y="0"/>
                  </a:moveTo>
                  <a:lnTo>
                    <a:pt x="24393525" y="0"/>
                  </a:lnTo>
                  <a:cubicBezTo>
                    <a:pt x="24398732" y="0"/>
                    <a:pt x="24403050" y="4318"/>
                    <a:pt x="24403050" y="9525"/>
                  </a:cubicBezTo>
                  <a:lnTo>
                    <a:pt x="24403050" y="1016000"/>
                  </a:lnTo>
                  <a:cubicBezTo>
                    <a:pt x="24403050" y="1021207"/>
                    <a:pt x="24398732" y="1025525"/>
                    <a:pt x="24393525" y="1025525"/>
                  </a:cubicBezTo>
                  <a:lnTo>
                    <a:pt x="9525" y="1025525"/>
                  </a:lnTo>
                  <a:cubicBezTo>
                    <a:pt x="4318" y="1025525"/>
                    <a:pt x="0" y="1021207"/>
                    <a:pt x="0" y="101600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16000"/>
                  </a:lnTo>
                  <a:lnTo>
                    <a:pt x="9525" y="1016000"/>
                  </a:lnTo>
                  <a:lnTo>
                    <a:pt x="9525" y="1006475"/>
                  </a:lnTo>
                  <a:lnTo>
                    <a:pt x="24393525" y="1006475"/>
                  </a:lnTo>
                  <a:lnTo>
                    <a:pt x="24393525" y="1016000"/>
                  </a:lnTo>
                  <a:lnTo>
                    <a:pt x="24384000" y="1016000"/>
                  </a:lnTo>
                  <a:lnTo>
                    <a:pt x="24384000" y="9525"/>
                  </a:lnTo>
                  <a:lnTo>
                    <a:pt x="24393525" y="9525"/>
                  </a:lnTo>
                  <a:lnTo>
                    <a:pt x="243935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990DB70-831C-924E-CFFA-9EA0711E9B0B}"/>
              </a:ext>
            </a:extLst>
          </p:cNvPr>
          <p:cNvGrpSpPr/>
          <p:nvPr/>
        </p:nvGrpSpPr>
        <p:grpSpPr>
          <a:xfrm>
            <a:off x="5424452" y="974671"/>
            <a:ext cx="6629400" cy="4702229"/>
            <a:chOff x="-2137719" y="-5095746"/>
            <a:chExt cx="8839201" cy="62696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00AC992-458A-A74B-EE0F-DC17162B3C10}"/>
                </a:ext>
              </a:extLst>
            </p:cNvPr>
            <p:cNvSpPr/>
            <p:nvPr/>
          </p:nvSpPr>
          <p:spPr>
            <a:xfrm>
              <a:off x="0" y="0"/>
              <a:ext cx="4563764" cy="1173892"/>
            </a:xfrm>
            <a:custGeom>
              <a:avLst/>
              <a:gdLst/>
              <a:ahLst/>
              <a:cxnLst/>
              <a:rect l="l" t="t" r="r" b="b"/>
              <a:pathLst>
                <a:path w="4563764" h="1173892">
                  <a:moveTo>
                    <a:pt x="0" y="0"/>
                  </a:moveTo>
                  <a:lnTo>
                    <a:pt x="4563764" y="0"/>
                  </a:lnTo>
                  <a:lnTo>
                    <a:pt x="4563764" y="1173892"/>
                  </a:lnTo>
                  <a:lnTo>
                    <a:pt x="0" y="11738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88410D2-C453-D3B3-62D1-ED71E2668E06}"/>
                </a:ext>
              </a:extLst>
            </p:cNvPr>
            <p:cNvSpPr txBox="1"/>
            <p:nvPr/>
          </p:nvSpPr>
          <p:spPr>
            <a:xfrm>
              <a:off x="-2137719" y="-5095746"/>
              <a:ext cx="8839201" cy="1202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Features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EFC9F79-DCE8-8F03-A5D8-C92BE27B5CDC}"/>
              </a:ext>
            </a:extLst>
          </p:cNvPr>
          <p:cNvGrpSpPr/>
          <p:nvPr/>
        </p:nvGrpSpPr>
        <p:grpSpPr>
          <a:xfrm>
            <a:off x="13106400" y="9534530"/>
            <a:ext cx="4267200" cy="547688"/>
            <a:chOff x="0" y="0"/>
            <a:chExt cx="5689600" cy="7302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A378554-4E29-CFC9-D0C3-CAF832389B2E}"/>
                </a:ext>
              </a:extLst>
            </p:cNvPr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5B0244-6A9F-BEA1-7831-6B45A363EB9A}"/>
                </a:ext>
              </a:extLst>
            </p:cNvPr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Bold"/>
                  <a:ea typeface="Trade Gothic Bold"/>
                  <a:cs typeface="Trade Gothic Bold"/>
                  <a:sym typeface="Trade Gothic Bold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B7745DB-F053-97B9-FD48-348BBAF27394}"/>
              </a:ext>
            </a:extLst>
          </p:cNvPr>
          <p:cNvGrpSpPr/>
          <p:nvPr/>
        </p:nvGrpSpPr>
        <p:grpSpPr>
          <a:xfrm>
            <a:off x="-438336" y="9371410"/>
            <a:ext cx="19412459" cy="925115"/>
            <a:chOff x="0" y="0"/>
            <a:chExt cx="25883279" cy="1233487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0A7C82C-58E8-9D83-B2A9-715FD3BF2221}"/>
                </a:ext>
              </a:extLst>
            </p:cNvPr>
            <p:cNvGrpSpPr/>
            <p:nvPr/>
          </p:nvGrpSpPr>
          <p:grpSpPr>
            <a:xfrm>
              <a:off x="0" y="0"/>
              <a:ext cx="25883279" cy="1233487"/>
              <a:chOff x="0" y="0"/>
              <a:chExt cx="3994333" cy="19035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CC1A220-9DA9-26C3-7BCA-9B6907007094}"/>
                  </a:ext>
                </a:extLst>
              </p:cNvPr>
              <p:cNvSpPr/>
              <p:nvPr/>
            </p:nvSpPr>
            <p:spPr>
              <a:xfrm>
                <a:off x="0" y="0"/>
                <a:ext cx="3994333" cy="190353"/>
              </a:xfrm>
              <a:custGeom>
                <a:avLst/>
                <a:gdLst/>
                <a:ahLst/>
                <a:cxnLst/>
                <a:rect l="l" t="t" r="r" b="b"/>
                <a:pathLst>
                  <a:path w="3994333" h="190353">
                    <a:moveTo>
                      <a:pt x="7789" y="0"/>
                    </a:moveTo>
                    <a:lnTo>
                      <a:pt x="3986544" y="0"/>
                    </a:lnTo>
                    <a:cubicBezTo>
                      <a:pt x="3990846" y="0"/>
                      <a:pt x="3994333" y="3487"/>
                      <a:pt x="3994333" y="7789"/>
                    </a:cubicBezTo>
                    <a:lnTo>
                      <a:pt x="3994333" y="182564"/>
                    </a:lnTo>
                    <a:cubicBezTo>
                      <a:pt x="3994333" y="184629"/>
                      <a:pt x="3993513" y="186611"/>
                      <a:pt x="3992052" y="188072"/>
                    </a:cubicBezTo>
                    <a:cubicBezTo>
                      <a:pt x="3990591" y="189532"/>
                      <a:pt x="3988610" y="190353"/>
                      <a:pt x="3986544" y="190353"/>
                    </a:cubicBezTo>
                    <a:lnTo>
                      <a:pt x="7789" y="190353"/>
                    </a:lnTo>
                    <a:cubicBezTo>
                      <a:pt x="5723" y="190353"/>
                      <a:pt x="3742" y="189532"/>
                      <a:pt x="2281" y="188072"/>
                    </a:cubicBezTo>
                    <a:cubicBezTo>
                      <a:pt x="821" y="186611"/>
                      <a:pt x="0" y="184629"/>
                      <a:pt x="0" y="182564"/>
                    </a:cubicBezTo>
                    <a:lnTo>
                      <a:pt x="0" y="7789"/>
                    </a:lnTo>
                    <a:cubicBezTo>
                      <a:pt x="0" y="5723"/>
                      <a:pt x="821" y="3742"/>
                      <a:pt x="2281" y="2281"/>
                    </a:cubicBezTo>
                    <a:cubicBezTo>
                      <a:pt x="3742" y="821"/>
                      <a:pt x="5723" y="0"/>
                      <a:pt x="7789" y="0"/>
                    </a:cubicBezTo>
                    <a:close/>
                  </a:path>
                </a:pathLst>
              </a:custGeom>
              <a:solidFill>
                <a:srgbClr val="00A6C8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F88F516-0C33-B9B4-CDA7-C22708E9EFB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994333" cy="228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6B51829-5989-4493-A447-EE07C276CEFE}"/>
                </a:ext>
              </a:extLst>
            </p:cNvPr>
            <p:cNvSpPr txBox="1"/>
            <p:nvPr/>
          </p:nvSpPr>
          <p:spPr>
            <a:xfrm>
              <a:off x="23404781" y="282395"/>
              <a:ext cx="293668" cy="649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41"/>
                </a:lnSpc>
                <a:spcBef>
                  <a:spcPct val="0"/>
                </a:spcBef>
              </a:pPr>
              <a:r>
                <a:rPr lang="en-US" sz="3117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D55234B-1F02-BC84-8AA1-18DCB6652500}"/>
              </a:ext>
            </a:extLst>
          </p:cNvPr>
          <p:cNvGrpSpPr/>
          <p:nvPr/>
        </p:nvGrpSpPr>
        <p:grpSpPr>
          <a:xfrm>
            <a:off x="12870324" y="406535"/>
            <a:ext cx="5706691" cy="1045541"/>
            <a:chOff x="0" y="0"/>
            <a:chExt cx="7608921" cy="1394055"/>
          </a:xfrm>
        </p:grpSpPr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E351A6A7-8DD4-4CC1-48ED-6D785EB4F5A8}"/>
                </a:ext>
              </a:extLst>
            </p:cNvPr>
            <p:cNvGrpSpPr/>
            <p:nvPr/>
          </p:nvGrpSpPr>
          <p:grpSpPr>
            <a:xfrm>
              <a:off x="0" y="0"/>
              <a:ext cx="7608921" cy="1394055"/>
              <a:chOff x="0" y="0"/>
              <a:chExt cx="1700016" cy="311465"/>
            </a:xfrm>
          </p:grpSpPr>
          <p:sp>
            <p:nvSpPr>
              <p:cNvPr id="18" name="Freeform 18">
                <a:extLst>
                  <a:ext uri="{FF2B5EF4-FFF2-40B4-BE49-F238E27FC236}">
                    <a16:creationId xmlns:a16="http://schemas.microsoft.com/office/drawing/2014/main" id="{21A7EE74-343D-9C73-310C-230FCC7CC38C}"/>
                  </a:ext>
                </a:extLst>
              </p:cNvPr>
              <p:cNvSpPr/>
              <p:nvPr/>
            </p:nvSpPr>
            <p:spPr>
              <a:xfrm>
                <a:off x="0" y="0"/>
                <a:ext cx="1700016" cy="311465"/>
              </a:xfrm>
              <a:custGeom>
                <a:avLst/>
                <a:gdLst/>
                <a:ahLst/>
                <a:cxnLst/>
                <a:rect l="l" t="t" r="r" b="b"/>
                <a:pathLst>
                  <a:path w="1700016" h="311465">
                    <a:moveTo>
                      <a:pt x="18302" y="0"/>
                    </a:moveTo>
                    <a:lnTo>
                      <a:pt x="1681715" y="0"/>
                    </a:lnTo>
                    <a:cubicBezTo>
                      <a:pt x="1686569" y="0"/>
                      <a:pt x="1691224" y="1928"/>
                      <a:pt x="1694656" y="5360"/>
                    </a:cubicBezTo>
                    <a:cubicBezTo>
                      <a:pt x="1698088" y="8793"/>
                      <a:pt x="1700016" y="13448"/>
                      <a:pt x="1700016" y="18302"/>
                    </a:cubicBezTo>
                    <a:lnTo>
                      <a:pt x="1700016" y="293164"/>
                    </a:lnTo>
                    <a:cubicBezTo>
                      <a:pt x="1700016" y="303271"/>
                      <a:pt x="1691822" y="311465"/>
                      <a:pt x="1681715" y="311465"/>
                    </a:cubicBezTo>
                    <a:lnTo>
                      <a:pt x="18302" y="311465"/>
                    </a:lnTo>
                    <a:cubicBezTo>
                      <a:pt x="8194" y="311465"/>
                      <a:pt x="0" y="303271"/>
                      <a:pt x="0" y="293164"/>
                    </a:cubicBezTo>
                    <a:lnTo>
                      <a:pt x="0" y="18302"/>
                    </a:lnTo>
                    <a:cubicBezTo>
                      <a:pt x="0" y="8194"/>
                      <a:pt x="8194" y="0"/>
                      <a:pt x="18302" y="0"/>
                    </a:cubicBezTo>
                    <a:close/>
                  </a:path>
                </a:pathLst>
              </a:custGeom>
              <a:solidFill>
                <a:srgbClr val="040F23"/>
              </a:solidFill>
            </p:spPr>
          </p:sp>
          <p:sp>
            <p:nvSpPr>
              <p:cNvPr id="19" name="TextBox 19">
                <a:extLst>
                  <a:ext uri="{FF2B5EF4-FFF2-40B4-BE49-F238E27FC236}">
                    <a16:creationId xmlns:a16="http://schemas.microsoft.com/office/drawing/2014/main" id="{AEB6C388-84AC-3270-D3C0-FE17541F969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00016" cy="3590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9"/>
                  </a:lnSpc>
                </a:pPr>
                <a:endParaRPr/>
              </a:p>
            </p:txBody>
          </p:sp>
        </p:grp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085B5077-9DDC-6BD3-16D3-900DA8635C51}"/>
                </a:ext>
              </a:extLst>
            </p:cNvPr>
            <p:cNvSpPr/>
            <p:nvPr/>
          </p:nvSpPr>
          <p:spPr>
            <a:xfrm>
              <a:off x="0" y="94091"/>
              <a:ext cx="7110803" cy="1205874"/>
            </a:xfrm>
            <a:custGeom>
              <a:avLst/>
              <a:gdLst/>
              <a:ahLst/>
              <a:cxnLst/>
              <a:rect l="l" t="t" r="r" b="b"/>
              <a:pathLst>
                <a:path w="7110803" h="1205874">
                  <a:moveTo>
                    <a:pt x="0" y="0"/>
                  </a:moveTo>
                  <a:lnTo>
                    <a:pt x="7110803" y="0"/>
                  </a:lnTo>
                  <a:lnTo>
                    <a:pt x="7110803" y="1205873"/>
                  </a:lnTo>
                  <a:lnTo>
                    <a:pt x="0" y="120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D5D52EE-FCF0-6A54-3A78-F5483B5D2613}"/>
              </a:ext>
            </a:extLst>
          </p:cNvPr>
          <p:cNvSpPr txBox="1"/>
          <p:nvPr/>
        </p:nvSpPr>
        <p:spPr>
          <a:xfrm>
            <a:off x="838200" y="2326574"/>
            <a:ext cx="16687800" cy="588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Secure Medical Record Storage: </a:t>
            </a:r>
            <a:r>
              <a:rPr lang="en-US" altLang="en-US" sz="2400" dirty="0">
                <a:latin typeface="Arial" panose="020B0604020202020204" pitchFamily="34" charset="0"/>
              </a:rPr>
              <a:t>Encrypted cloud storage for all documents in one place.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OCR-Powered Data Extraction: </a:t>
            </a:r>
            <a:r>
              <a:rPr lang="en-US" altLang="en-US" sz="2400" dirty="0">
                <a:latin typeface="Arial" panose="020B0604020202020204" pitchFamily="34" charset="0"/>
              </a:rPr>
              <a:t>Automatically extracts text &amp; important details from medical files.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Auto-Generated Health Timeline: </a:t>
            </a:r>
            <a:r>
              <a:rPr lang="en-US" altLang="en-US" sz="2400" dirty="0">
                <a:latin typeface="Arial" panose="020B0604020202020204" pitchFamily="34" charset="0"/>
              </a:rPr>
              <a:t>System creates a chronological medical history for quick insights.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QR-Based Record Sharing: </a:t>
            </a:r>
            <a:r>
              <a:rPr lang="en-US" altLang="en-US" sz="2400" dirty="0">
                <a:latin typeface="Arial" panose="020B0604020202020204" pitchFamily="34" charset="0"/>
              </a:rPr>
              <a:t>Patient generates a temporary secure QR → Doctor gets instant read-only access.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Full Patient Data Control: </a:t>
            </a:r>
            <a:r>
              <a:rPr lang="en-US" altLang="en-US" sz="2400" dirty="0">
                <a:latin typeface="Arial" panose="020B0604020202020204" pitchFamily="34" charset="0"/>
              </a:rPr>
              <a:t>Patient decides who can view their records; access can be revoked anytime.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Doctor’s Notes (Read-Only for Patient): </a:t>
            </a:r>
            <a:r>
              <a:rPr lang="en-US" altLang="en-US" sz="2400" dirty="0">
                <a:latin typeface="Arial" panose="020B0604020202020204" pitchFamily="34" charset="0"/>
              </a:rPr>
              <a:t>Doctors can add diagnosis, recommendations, and follow-up notes.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Secure Emergency Profile (ICE QR): </a:t>
            </a:r>
            <a:r>
              <a:rPr lang="en-US" altLang="en-US" sz="2400" dirty="0">
                <a:latin typeface="Arial" panose="020B0604020202020204" pitchFamily="34" charset="0"/>
              </a:rPr>
              <a:t>Non-expiring emergency QR with blood group, allergies, conditions, and contacts.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Audit Logging: </a:t>
            </a:r>
            <a:r>
              <a:rPr lang="en-US" altLang="en-US" sz="2400" dirty="0">
                <a:latin typeface="Arial" panose="020B0604020202020204" pitchFamily="34" charset="0"/>
              </a:rPr>
              <a:t>Tracks which doctor accessed what and when for full transparency.</a:t>
            </a:r>
          </a:p>
        </p:txBody>
      </p:sp>
    </p:spTree>
    <p:extLst>
      <p:ext uri="{BB962C8B-B14F-4D97-AF65-F5344CB8AC3E}">
        <p14:creationId xmlns:p14="http://schemas.microsoft.com/office/powerpoint/2010/main" val="1648848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144" y="9524999"/>
            <a:ext cx="18302286" cy="769145"/>
            <a:chOff x="0" y="0"/>
            <a:chExt cx="24403048" cy="1025526"/>
          </a:xfrm>
        </p:grpSpPr>
        <p:sp>
          <p:nvSpPr>
            <p:cNvPr id="3" name="Freeform 3"/>
            <p:cNvSpPr/>
            <p:nvPr/>
          </p:nvSpPr>
          <p:spPr>
            <a:xfrm>
              <a:off x="9525" y="9525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03050" cy="1025525"/>
            </a:xfrm>
            <a:custGeom>
              <a:avLst/>
              <a:gdLst/>
              <a:ahLst/>
              <a:cxnLst/>
              <a:rect l="l" t="t" r="r" b="b"/>
              <a:pathLst>
                <a:path w="24403050" h="1025525">
                  <a:moveTo>
                    <a:pt x="9525" y="0"/>
                  </a:moveTo>
                  <a:lnTo>
                    <a:pt x="24393525" y="0"/>
                  </a:lnTo>
                  <a:cubicBezTo>
                    <a:pt x="24398732" y="0"/>
                    <a:pt x="24403050" y="4318"/>
                    <a:pt x="24403050" y="9525"/>
                  </a:cubicBezTo>
                  <a:lnTo>
                    <a:pt x="24403050" y="1016000"/>
                  </a:lnTo>
                  <a:cubicBezTo>
                    <a:pt x="24403050" y="1021207"/>
                    <a:pt x="24398732" y="1025525"/>
                    <a:pt x="24393525" y="1025525"/>
                  </a:cubicBezTo>
                  <a:lnTo>
                    <a:pt x="9525" y="1025525"/>
                  </a:lnTo>
                  <a:cubicBezTo>
                    <a:pt x="4318" y="1025525"/>
                    <a:pt x="0" y="1021207"/>
                    <a:pt x="0" y="101600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16000"/>
                  </a:lnTo>
                  <a:lnTo>
                    <a:pt x="9525" y="1016000"/>
                  </a:lnTo>
                  <a:lnTo>
                    <a:pt x="9525" y="1006475"/>
                  </a:lnTo>
                  <a:lnTo>
                    <a:pt x="24393525" y="1006475"/>
                  </a:lnTo>
                  <a:lnTo>
                    <a:pt x="24393525" y="1016000"/>
                  </a:lnTo>
                  <a:lnTo>
                    <a:pt x="24384000" y="1016000"/>
                  </a:lnTo>
                  <a:lnTo>
                    <a:pt x="24384000" y="9525"/>
                  </a:lnTo>
                  <a:lnTo>
                    <a:pt x="24393525" y="9525"/>
                  </a:lnTo>
                  <a:lnTo>
                    <a:pt x="243935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914398" y="4108734"/>
            <a:ext cx="16459200" cy="1714500"/>
            <a:chOff x="0" y="0"/>
            <a:chExt cx="21945600" cy="228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Architecture &amp; Tech Stack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30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Bold"/>
                  <a:ea typeface="Trade Gothic Bold"/>
                  <a:cs typeface="Trade Gothic Bold"/>
                  <a:sym typeface="Trade Gothic Bold"/>
                </a:rPr>
                <a:t>4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438336" y="9371410"/>
            <a:ext cx="19412459" cy="925115"/>
            <a:chOff x="0" y="0"/>
            <a:chExt cx="3994333" cy="19035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94333" cy="190353"/>
            </a:xfrm>
            <a:custGeom>
              <a:avLst/>
              <a:gdLst/>
              <a:ahLst/>
              <a:cxnLst/>
              <a:rect l="l" t="t" r="r" b="b"/>
              <a:pathLst>
                <a:path w="3994333" h="190353">
                  <a:moveTo>
                    <a:pt x="7789" y="0"/>
                  </a:moveTo>
                  <a:lnTo>
                    <a:pt x="3986544" y="0"/>
                  </a:lnTo>
                  <a:cubicBezTo>
                    <a:pt x="3990846" y="0"/>
                    <a:pt x="3994333" y="3487"/>
                    <a:pt x="3994333" y="7789"/>
                  </a:cubicBezTo>
                  <a:lnTo>
                    <a:pt x="3994333" y="182564"/>
                  </a:lnTo>
                  <a:cubicBezTo>
                    <a:pt x="3994333" y="184629"/>
                    <a:pt x="3993513" y="186611"/>
                    <a:pt x="3992052" y="188072"/>
                  </a:cubicBezTo>
                  <a:cubicBezTo>
                    <a:pt x="3990591" y="189532"/>
                    <a:pt x="3988610" y="190353"/>
                    <a:pt x="3986544" y="190353"/>
                  </a:cubicBezTo>
                  <a:lnTo>
                    <a:pt x="7789" y="190353"/>
                  </a:lnTo>
                  <a:cubicBezTo>
                    <a:pt x="5723" y="190353"/>
                    <a:pt x="3742" y="189532"/>
                    <a:pt x="2281" y="188072"/>
                  </a:cubicBezTo>
                  <a:cubicBezTo>
                    <a:pt x="821" y="186611"/>
                    <a:pt x="0" y="184629"/>
                    <a:pt x="0" y="182564"/>
                  </a:cubicBezTo>
                  <a:lnTo>
                    <a:pt x="0" y="7789"/>
                  </a:lnTo>
                  <a:cubicBezTo>
                    <a:pt x="0" y="5723"/>
                    <a:pt x="821" y="3742"/>
                    <a:pt x="2281" y="2281"/>
                  </a:cubicBezTo>
                  <a:cubicBezTo>
                    <a:pt x="3742" y="821"/>
                    <a:pt x="5723" y="0"/>
                    <a:pt x="7789" y="0"/>
                  </a:cubicBezTo>
                  <a:close/>
                </a:path>
              </a:pathLst>
            </a:custGeom>
            <a:solidFill>
              <a:srgbClr val="00A6C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994333" cy="228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7115249" y="9578443"/>
            <a:ext cx="220251" cy="491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1"/>
              </a:lnSpc>
              <a:spcBef>
                <a:spcPct val="0"/>
              </a:spcBef>
            </a:pPr>
            <a:r>
              <a:rPr lang="en-US" sz="3117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870324" y="406535"/>
            <a:ext cx="5706691" cy="1045541"/>
            <a:chOff x="0" y="0"/>
            <a:chExt cx="7608921" cy="1394055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7608921" cy="1394055"/>
              <a:chOff x="0" y="0"/>
              <a:chExt cx="1700016" cy="31146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700016" cy="311465"/>
              </a:xfrm>
              <a:custGeom>
                <a:avLst/>
                <a:gdLst/>
                <a:ahLst/>
                <a:cxnLst/>
                <a:rect l="l" t="t" r="r" b="b"/>
                <a:pathLst>
                  <a:path w="1700016" h="311465">
                    <a:moveTo>
                      <a:pt x="18302" y="0"/>
                    </a:moveTo>
                    <a:lnTo>
                      <a:pt x="1681715" y="0"/>
                    </a:lnTo>
                    <a:cubicBezTo>
                      <a:pt x="1686569" y="0"/>
                      <a:pt x="1691224" y="1928"/>
                      <a:pt x="1694656" y="5360"/>
                    </a:cubicBezTo>
                    <a:cubicBezTo>
                      <a:pt x="1698088" y="8793"/>
                      <a:pt x="1700016" y="13448"/>
                      <a:pt x="1700016" y="18302"/>
                    </a:cubicBezTo>
                    <a:lnTo>
                      <a:pt x="1700016" y="293164"/>
                    </a:lnTo>
                    <a:cubicBezTo>
                      <a:pt x="1700016" y="303271"/>
                      <a:pt x="1691822" y="311465"/>
                      <a:pt x="1681715" y="311465"/>
                    </a:cubicBezTo>
                    <a:lnTo>
                      <a:pt x="18302" y="311465"/>
                    </a:lnTo>
                    <a:cubicBezTo>
                      <a:pt x="8194" y="311465"/>
                      <a:pt x="0" y="303271"/>
                      <a:pt x="0" y="293164"/>
                    </a:cubicBezTo>
                    <a:lnTo>
                      <a:pt x="0" y="18302"/>
                    </a:lnTo>
                    <a:cubicBezTo>
                      <a:pt x="0" y="8194"/>
                      <a:pt x="8194" y="0"/>
                      <a:pt x="18302" y="0"/>
                    </a:cubicBezTo>
                    <a:close/>
                  </a:path>
                </a:pathLst>
              </a:custGeom>
              <a:solidFill>
                <a:srgbClr val="040F23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1700016" cy="3590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9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0" y="94091"/>
              <a:ext cx="7110803" cy="1205874"/>
            </a:xfrm>
            <a:custGeom>
              <a:avLst/>
              <a:gdLst/>
              <a:ahLst/>
              <a:cxnLst/>
              <a:rect l="l" t="t" r="r" b="b"/>
              <a:pathLst>
                <a:path w="7110803" h="1205874">
                  <a:moveTo>
                    <a:pt x="0" y="0"/>
                  </a:moveTo>
                  <a:lnTo>
                    <a:pt x="7110803" y="0"/>
                  </a:lnTo>
                  <a:lnTo>
                    <a:pt x="7110803" y="1205873"/>
                  </a:lnTo>
                  <a:lnTo>
                    <a:pt x="0" y="120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86FE4-93D8-F2E7-ECCF-97D13D0F3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597D97A-F102-1CAF-6EE3-2067B7A5E8EE}"/>
              </a:ext>
            </a:extLst>
          </p:cNvPr>
          <p:cNvGrpSpPr/>
          <p:nvPr/>
        </p:nvGrpSpPr>
        <p:grpSpPr>
          <a:xfrm>
            <a:off x="-7144" y="9524999"/>
            <a:ext cx="18302286" cy="769145"/>
            <a:chOff x="0" y="0"/>
            <a:chExt cx="24403048" cy="10255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DB5490C-6A84-309F-8580-76A7CB680D8D}"/>
                </a:ext>
              </a:extLst>
            </p:cNvPr>
            <p:cNvSpPr/>
            <p:nvPr/>
          </p:nvSpPr>
          <p:spPr>
            <a:xfrm>
              <a:off x="9525" y="9525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6084814-E9C7-B5A7-3C98-9A4C11C73CB1}"/>
                </a:ext>
              </a:extLst>
            </p:cNvPr>
            <p:cNvSpPr/>
            <p:nvPr/>
          </p:nvSpPr>
          <p:spPr>
            <a:xfrm>
              <a:off x="0" y="0"/>
              <a:ext cx="24403050" cy="1025525"/>
            </a:xfrm>
            <a:custGeom>
              <a:avLst/>
              <a:gdLst/>
              <a:ahLst/>
              <a:cxnLst/>
              <a:rect l="l" t="t" r="r" b="b"/>
              <a:pathLst>
                <a:path w="24403050" h="1025525">
                  <a:moveTo>
                    <a:pt x="9525" y="0"/>
                  </a:moveTo>
                  <a:lnTo>
                    <a:pt x="24393525" y="0"/>
                  </a:lnTo>
                  <a:cubicBezTo>
                    <a:pt x="24398732" y="0"/>
                    <a:pt x="24403050" y="4318"/>
                    <a:pt x="24403050" y="9525"/>
                  </a:cubicBezTo>
                  <a:lnTo>
                    <a:pt x="24403050" y="1016000"/>
                  </a:lnTo>
                  <a:cubicBezTo>
                    <a:pt x="24403050" y="1021207"/>
                    <a:pt x="24398732" y="1025525"/>
                    <a:pt x="24393525" y="1025525"/>
                  </a:cubicBezTo>
                  <a:lnTo>
                    <a:pt x="9525" y="1025525"/>
                  </a:lnTo>
                  <a:cubicBezTo>
                    <a:pt x="4318" y="1025525"/>
                    <a:pt x="0" y="1021207"/>
                    <a:pt x="0" y="101600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16000"/>
                  </a:lnTo>
                  <a:lnTo>
                    <a:pt x="9525" y="1016000"/>
                  </a:lnTo>
                  <a:lnTo>
                    <a:pt x="9525" y="1006475"/>
                  </a:lnTo>
                  <a:lnTo>
                    <a:pt x="24393525" y="1006475"/>
                  </a:lnTo>
                  <a:lnTo>
                    <a:pt x="24393525" y="1016000"/>
                  </a:lnTo>
                  <a:lnTo>
                    <a:pt x="24384000" y="1016000"/>
                  </a:lnTo>
                  <a:lnTo>
                    <a:pt x="24384000" y="9525"/>
                  </a:lnTo>
                  <a:lnTo>
                    <a:pt x="24393525" y="9525"/>
                  </a:lnTo>
                  <a:lnTo>
                    <a:pt x="243935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EB336CE-3415-86C1-3B8C-81FE304D77B9}"/>
              </a:ext>
            </a:extLst>
          </p:cNvPr>
          <p:cNvGrpSpPr/>
          <p:nvPr/>
        </p:nvGrpSpPr>
        <p:grpSpPr>
          <a:xfrm>
            <a:off x="909880" y="1272404"/>
            <a:ext cx="16482769" cy="5006691"/>
            <a:chOff x="-31425" y="-4389588"/>
            <a:chExt cx="21977025" cy="667558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C7ECA2C-98FD-5F00-1F61-DC5A789D2881}"/>
                </a:ext>
              </a:extLst>
            </p:cNvPr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0DE720F-8E2C-2B5F-3495-81B47DA17083}"/>
                </a:ext>
              </a:extLst>
            </p:cNvPr>
            <p:cNvSpPr txBox="1"/>
            <p:nvPr/>
          </p:nvSpPr>
          <p:spPr>
            <a:xfrm>
              <a:off x="-31425" y="-4389588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Architecture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4F3785CD-BFDA-1E27-8BA1-72DFB179A9D3}"/>
              </a:ext>
            </a:extLst>
          </p:cNvPr>
          <p:cNvGrpSpPr/>
          <p:nvPr/>
        </p:nvGrpSpPr>
        <p:grpSpPr>
          <a:xfrm>
            <a:off x="13106400" y="9534530"/>
            <a:ext cx="4267200" cy="547688"/>
            <a:chOff x="0" y="0"/>
            <a:chExt cx="5689600" cy="7302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6AB37CB-0A9C-EB0D-3A95-FBE2A8740F14}"/>
                </a:ext>
              </a:extLst>
            </p:cNvPr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5041DBB-5925-2840-1FDF-BD0D750DADCC}"/>
                </a:ext>
              </a:extLst>
            </p:cNvPr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Bold"/>
                  <a:ea typeface="Trade Gothic Bold"/>
                  <a:cs typeface="Trade Gothic Bold"/>
                  <a:sym typeface="Trade Gothic Bold"/>
                </a:rPr>
                <a:t>4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DBC759B-9628-D177-2EEF-FE09F177CFE1}"/>
              </a:ext>
            </a:extLst>
          </p:cNvPr>
          <p:cNvGrpSpPr/>
          <p:nvPr/>
        </p:nvGrpSpPr>
        <p:grpSpPr>
          <a:xfrm>
            <a:off x="-438336" y="9371410"/>
            <a:ext cx="19412459" cy="925115"/>
            <a:chOff x="0" y="0"/>
            <a:chExt cx="3994333" cy="19035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26B5FBE-42B3-A39E-FD55-C3DE7472E639}"/>
                </a:ext>
              </a:extLst>
            </p:cNvPr>
            <p:cNvSpPr/>
            <p:nvPr/>
          </p:nvSpPr>
          <p:spPr>
            <a:xfrm>
              <a:off x="0" y="0"/>
              <a:ext cx="3994333" cy="190353"/>
            </a:xfrm>
            <a:custGeom>
              <a:avLst/>
              <a:gdLst/>
              <a:ahLst/>
              <a:cxnLst/>
              <a:rect l="l" t="t" r="r" b="b"/>
              <a:pathLst>
                <a:path w="3994333" h="190353">
                  <a:moveTo>
                    <a:pt x="7789" y="0"/>
                  </a:moveTo>
                  <a:lnTo>
                    <a:pt x="3986544" y="0"/>
                  </a:lnTo>
                  <a:cubicBezTo>
                    <a:pt x="3990846" y="0"/>
                    <a:pt x="3994333" y="3487"/>
                    <a:pt x="3994333" y="7789"/>
                  </a:cubicBezTo>
                  <a:lnTo>
                    <a:pt x="3994333" y="182564"/>
                  </a:lnTo>
                  <a:cubicBezTo>
                    <a:pt x="3994333" y="184629"/>
                    <a:pt x="3993513" y="186611"/>
                    <a:pt x="3992052" y="188072"/>
                  </a:cubicBezTo>
                  <a:cubicBezTo>
                    <a:pt x="3990591" y="189532"/>
                    <a:pt x="3988610" y="190353"/>
                    <a:pt x="3986544" y="190353"/>
                  </a:cubicBezTo>
                  <a:lnTo>
                    <a:pt x="7789" y="190353"/>
                  </a:lnTo>
                  <a:cubicBezTo>
                    <a:pt x="5723" y="190353"/>
                    <a:pt x="3742" y="189532"/>
                    <a:pt x="2281" y="188072"/>
                  </a:cubicBezTo>
                  <a:cubicBezTo>
                    <a:pt x="821" y="186611"/>
                    <a:pt x="0" y="184629"/>
                    <a:pt x="0" y="182564"/>
                  </a:cubicBezTo>
                  <a:lnTo>
                    <a:pt x="0" y="7789"/>
                  </a:lnTo>
                  <a:cubicBezTo>
                    <a:pt x="0" y="5723"/>
                    <a:pt x="821" y="3742"/>
                    <a:pt x="2281" y="2281"/>
                  </a:cubicBezTo>
                  <a:cubicBezTo>
                    <a:pt x="3742" y="821"/>
                    <a:pt x="5723" y="0"/>
                    <a:pt x="7789" y="0"/>
                  </a:cubicBezTo>
                  <a:close/>
                </a:path>
              </a:pathLst>
            </a:custGeom>
            <a:solidFill>
              <a:srgbClr val="00A6C8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29D5F55-5D29-4867-5363-3607E20612E6}"/>
                </a:ext>
              </a:extLst>
            </p:cNvPr>
            <p:cNvSpPr txBox="1"/>
            <p:nvPr/>
          </p:nvSpPr>
          <p:spPr>
            <a:xfrm>
              <a:off x="0" y="-38100"/>
              <a:ext cx="3994333" cy="228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3145BD27-7B72-4D51-FAEF-BE89159DBBC4}"/>
              </a:ext>
            </a:extLst>
          </p:cNvPr>
          <p:cNvSpPr txBox="1"/>
          <p:nvPr/>
        </p:nvSpPr>
        <p:spPr>
          <a:xfrm>
            <a:off x="17115249" y="9578443"/>
            <a:ext cx="220251" cy="491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1"/>
              </a:lnSpc>
              <a:spcBef>
                <a:spcPct val="0"/>
              </a:spcBef>
            </a:pPr>
            <a:r>
              <a:rPr lang="en-US" sz="3117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F00DF4BC-CACE-6D12-73C3-7D8D49F6F805}"/>
              </a:ext>
            </a:extLst>
          </p:cNvPr>
          <p:cNvGrpSpPr/>
          <p:nvPr/>
        </p:nvGrpSpPr>
        <p:grpSpPr>
          <a:xfrm>
            <a:off x="12870324" y="406535"/>
            <a:ext cx="5706691" cy="1045541"/>
            <a:chOff x="0" y="0"/>
            <a:chExt cx="7608921" cy="1394055"/>
          </a:xfrm>
        </p:grpSpPr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736A003F-542F-2E01-AAA4-9698A0C9B770}"/>
                </a:ext>
              </a:extLst>
            </p:cNvPr>
            <p:cNvGrpSpPr/>
            <p:nvPr/>
          </p:nvGrpSpPr>
          <p:grpSpPr>
            <a:xfrm>
              <a:off x="0" y="0"/>
              <a:ext cx="7608921" cy="1394055"/>
              <a:chOff x="0" y="0"/>
              <a:chExt cx="1700016" cy="311465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853DDCA7-40A3-171E-23BC-6F7B3FF148DA}"/>
                  </a:ext>
                </a:extLst>
              </p:cNvPr>
              <p:cNvSpPr/>
              <p:nvPr/>
            </p:nvSpPr>
            <p:spPr>
              <a:xfrm>
                <a:off x="0" y="0"/>
                <a:ext cx="1700016" cy="311465"/>
              </a:xfrm>
              <a:custGeom>
                <a:avLst/>
                <a:gdLst/>
                <a:ahLst/>
                <a:cxnLst/>
                <a:rect l="l" t="t" r="r" b="b"/>
                <a:pathLst>
                  <a:path w="1700016" h="311465">
                    <a:moveTo>
                      <a:pt x="18302" y="0"/>
                    </a:moveTo>
                    <a:lnTo>
                      <a:pt x="1681715" y="0"/>
                    </a:lnTo>
                    <a:cubicBezTo>
                      <a:pt x="1686569" y="0"/>
                      <a:pt x="1691224" y="1928"/>
                      <a:pt x="1694656" y="5360"/>
                    </a:cubicBezTo>
                    <a:cubicBezTo>
                      <a:pt x="1698088" y="8793"/>
                      <a:pt x="1700016" y="13448"/>
                      <a:pt x="1700016" y="18302"/>
                    </a:cubicBezTo>
                    <a:lnTo>
                      <a:pt x="1700016" y="293164"/>
                    </a:lnTo>
                    <a:cubicBezTo>
                      <a:pt x="1700016" y="303271"/>
                      <a:pt x="1691822" y="311465"/>
                      <a:pt x="1681715" y="311465"/>
                    </a:cubicBezTo>
                    <a:lnTo>
                      <a:pt x="18302" y="311465"/>
                    </a:lnTo>
                    <a:cubicBezTo>
                      <a:pt x="8194" y="311465"/>
                      <a:pt x="0" y="303271"/>
                      <a:pt x="0" y="293164"/>
                    </a:cubicBezTo>
                    <a:lnTo>
                      <a:pt x="0" y="18302"/>
                    </a:lnTo>
                    <a:cubicBezTo>
                      <a:pt x="0" y="8194"/>
                      <a:pt x="8194" y="0"/>
                      <a:pt x="18302" y="0"/>
                    </a:cubicBezTo>
                    <a:close/>
                  </a:path>
                </a:pathLst>
              </a:custGeom>
              <a:solidFill>
                <a:srgbClr val="040F23"/>
              </a:solidFill>
            </p:spPr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8700593D-2293-DD9A-4574-13CD4D9D25A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00016" cy="3590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9"/>
                  </a:lnSpc>
                </a:pPr>
                <a:endParaRPr/>
              </a:p>
            </p:txBody>
          </p:sp>
        </p:grp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8BF0661B-B852-59E6-A819-0DF1982D3A9C}"/>
                </a:ext>
              </a:extLst>
            </p:cNvPr>
            <p:cNvSpPr/>
            <p:nvPr/>
          </p:nvSpPr>
          <p:spPr>
            <a:xfrm>
              <a:off x="0" y="94091"/>
              <a:ext cx="7110803" cy="1205874"/>
            </a:xfrm>
            <a:custGeom>
              <a:avLst/>
              <a:gdLst/>
              <a:ahLst/>
              <a:cxnLst/>
              <a:rect l="l" t="t" r="r" b="b"/>
              <a:pathLst>
                <a:path w="7110803" h="1205874">
                  <a:moveTo>
                    <a:pt x="0" y="0"/>
                  </a:moveTo>
                  <a:lnTo>
                    <a:pt x="7110803" y="0"/>
                  </a:lnTo>
                  <a:lnTo>
                    <a:pt x="7110803" y="1205873"/>
                  </a:lnTo>
                  <a:lnTo>
                    <a:pt x="0" y="120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675385F-0572-7448-64FA-047CFBB34DA6}"/>
              </a:ext>
            </a:extLst>
          </p:cNvPr>
          <p:cNvSpPr txBox="1"/>
          <p:nvPr/>
        </p:nvSpPr>
        <p:spPr>
          <a:xfrm>
            <a:off x="1285340" y="3005106"/>
            <a:ext cx="16057303" cy="588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Modular </a:t>
            </a:r>
            <a:r>
              <a:rPr lang="en-US" altLang="en-US" sz="2400" b="1" dirty="0">
                <a:latin typeface="Arial" panose="020B0604020202020204" pitchFamily="34" charset="0"/>
              </a:rPr>
              <a:t>Node.js + Express</a:t>
            </a:r>
            <a:r>
              <a:rPr lang="en-US" altLang="en-US" sz="2400" dirty="0">
                <a:latin typeface="Arial" panose="020B0604020202020204" pitchFamily="34" charset="0"/>
              </a:rPr>
              <a:t> backend with REST APIs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MongoDB</a:t>
            </a:r>
            <a:r>
              <a:rPr lang="en-US" altLang="en-US" sz="2400" dirty="0">
                <a:latin typeface="Arial" panose="020B0604020202020204" pitchFamily="34" charset="0"/>
              </a:rPr>
              <a:t> database for users, records, timeline, QR tokens, doctor notes &amp; audits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latin typeface="Arial" panose="020B0604020202020204" pitchFamily="34" charset="0"/>
              </a:rPr>
              <a:t>Cloudinary</a:t>
            </a:r>
            <a:r>
              <a:rPr lang="en-US" altLang="en-US" sz="2400" dirty="0">
                <a:latin typeface="Arial" panose="020B0604020202020204" pitchFamily="34" charset="0"/>
              </a:rPr>
              <a:t> for secure document storage (images &amp; PDFs)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Tesseract.js OCR</a:t>
            </a:r>
            <a:r>
              <a:rPr lang="en-US" altLang="en-US" sz="2400" dirty="0">
                <a:latin typeface="Arial" panose="020B0604020202020204" pitchFamily="34" charset="0"/>
              </a:rPr>
              <a:t> pipeline for automatic text extraction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JWT Authentication</a:t>
            </a:r>
            <a:r>
              <a:rPr lang="en-US" altLang="en-US" sz="2400" dirty="0">
                <a:latin typeface="Arial" panose="020B0604020202020204" pitchFamily="34" charset="0"/>
              </a:rPr>
              <a:t> for users + </a:t>
            </a:r>
            <a:r>
              <a:rPr lang="en-US" altLang="en-US" sz="2400" b="1" dirty="0">
                <a:latin typeface="Arial" panose="020B0604020202020204" pitchFamily="34" charset="0"/>
              </a:rPr>
              <a:t>Time-limited QR Tokens</a:t>
            </a:r>
            <a:r>
              <a:rPr lang="en-US" altLang="en-US" sz="2400" dirty="0">
                <a:latin typeface="Arial" panose="020B0604020202020204" pitchFamily="34" charset="0"/>
              </a:rPr>
              <a:t> for doctors &amp; hospitals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Emergency QR (ICE)</a:t>
            </a:r>
            <a:r>
              <a:rPr lang="en-US" altLang="en-US" sz="2400" dirty="0">
                <a:latin typeface="Arial" panose="020B0604020202020204" pitchFamily="34" charset="0"/>
              </a:rPr>
              <a:t> with non-expiring token for rapid medical access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Audit Logging</a:t>
            </a:r>
            <a:r>
              <a:rPr lang="en-US" altLang="en-US" sz="2400" dirty="0">
                <a:latin typeface="Arial" panose="020B0604020202020204" pitchFamily="34" charset="0"/>
              </a:rPr>
              <a:t> for every access event (token, IP, timestamp)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Clean route structure: </a:t>
            </a:r>
            <a:r>
              <a:rPr lang="en-US" altLang="en-US" sz="2400" b="1" dirty="0">
                <a:latin typeface="Arial" panose="020B0604020202020204" pitchFamily="34" charset="0"/>
              </a:rPr>
              <a:t>auth, records, </a:t>
            </a:r>
            <a:r>
              <a:rPr lang="en-US" altLang="en-US" sz="2400" b="1" dirty="0" err="1">
                <a:latin typeface="Arial" panose="020B0604020202020204" pitchFamily="34" charset="0"/>
              </a:rPr>
              <a:t>qr</a:t>
            </a:r>
            <a:r>
              <a:rPr lang="en-US" altLang="en-US" sz="2400" b="1" dirty="0">
                <a:latin typeface="Arial" panose="020B0604020202020204" pitchFamily="34" charset="0"/>
              </a:rPr>
              <a:t>, doctor, hospital, ice, timeline, audit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120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3C010-97DB-BA7A-8B20-D2F636E9E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4BDAC7-AA01-2732-35DA-7F9E522CB3B9}"/>
              </a:ext>
            </a:extLst>
          </p:cNvPr>
          <p:cNvGrpSpPr/>
          <p:nvPr/>
        </p:nvGrpSpPr>
        <p:grpSpPr>
          <a:xfrm>
            <a:off x="-7144" y="9524999"/>
            <a:ext cx="18302286" cy="769145"/>
            <a:chOff x="0" y="0"/>
            <a:chExt cx="24403048" cy="10255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75051BE-0092-5BC2-60DB-A2C63CF5EE3C}"/>
                </a:ext>
              </a:extLst>
            </p:cNvPr>
            <p:cNvSpPr/>
            <p:nvPr/>
          </p:nvSpPr>
          <p:spPr>
            <a:xfrm>
              <a:off x="9525" y="9525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AACE67F-F540-6906-A135-80A7946C9607}"/>
                </a:ext>
              </a:extLst>
            </p:cNvPr>
            <p:cNvSpPr/>
            <p:nvPr/>
          </p:nvSpPr>
          <p:spPr>
            <a:xfrm>
              <a:off x="0" y="0"/>
              <a:ext cx="24403050" cy="1025525"/>
            </a:xfrm>
            <a:custGeom>
              <a:avLst/>
              <a:gdLst/>
              <a:ahLst/>
              <a:cxnLst/>
              <a:rect l="l" t="t" r="r" b="b"/>
              <a:pathLst>
                <a:path w="24403050" h="1025525">
                  <a:moveTo>
                    <a:pt x="9525" y="0"/>
                  </a:moveTo>
                  <a:lnTo>
                    <a:pt x="24393525" y="0"/>
                  </a:lnTo>
                  <a:cubicBezTo>
                    <a:pt x="24398732" y="0"/>
                    <a:pt x="24403050" y="4318"/>
                    <a:pt x="24403050" y="9525"/>
                  </a:cubicBezTo>
                  <a:lnTo>
                    <a:pt x="24403050" y="1016000"/>
                  </a:lnTo>
                  <a:cubicBezTo>
                    <a:pt x="24403050" y="1021207"/>
                    <a:pt x="24398732" y="1025525"/>
                    <a:pt x="24393525" y="1025525"/>
                  </a:cubicBezTo>
                  <a:lnTo>
                    <a:pt x="9525" y="1025525"/>
                  </a:lnTo>
                  <a:cubicBezTo>
                    <a:pt x="4318" y="1025525"/>
                    <a:pt x="0" y="1021207"/>
                    <a:pt x="0" y="101600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16000"/>
                  </a:lnTo>
                  <a:lnTo>
                    <a:pt x="9525" y="1016000"/>
                  </a:lnTo>
                  <a:lnTo>
                    <a:pt x="9525" y="1006475"/>
                  </a:lnTo>
                  <a:lnTo>
                    <a:pt x="24393525" y="1006475"/>
                  </a:lnTo>
                  <a:lnTo>
                    <a:pt x="24393525" y="1016000"/>
                  </a:lnTo>
                  <a:lnTo>
                    <a:pt x="24384000" y="1016000"/>
                  </a:lnTo>
                  <a:lnTo>
                    <a:pt x="24384000" y="9525"/>
                  </a:lnTo>
                  <a:lnTo>
                    <a:pt x="24393525" y="9525"/>
                  </a:lnTo>
                  <a:lnTo>
                    <a:pt x="243935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E7CC480-864E-702C-E5BC-704C500789F9}"/>
              </a:ext>
            </a:extLst>
          </p:cNvPr>
          <p:cNvGrpSpPr/>
          <p:nvPr/>
        </p:nvGrpSpPr>
        <p:grpSpPr>
          <a:xfrm>
            <a:off x="-7144" y="1381508"/>
            <a:ext cx="16459200" cy="2005816"/>
            <a:chOff x="0" y="-388422"/>
            <a:chExt cx="21945600" cy="267442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326CB27-CA64-E191-7D06-8A61D2D1AE3D}"/>
                </a:ext>
              </a:extLst>
            </p:cNvPr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0434B3D-D688-A15B-4277-E01A3548998F}"/>
                </a:ext>
              </a:extLst>
            </p:cNvPr>
            <p:cNvSpPr txBox="1"/>
            <p:nvPr/>
          </p:nvSpPr>
          <p:spPr>
            <a:xfrm>
              <a:off x="7305231" y="-388422"/>
              <a:ext cx="10160001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Tech Stack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8F1A1E9F-C34C-9BCD-1454-80F50A438849}"/>
              </a:ext>
            </a:extLst>
          </p:cNvPr>
          <p:cNvGrpSpPr/>
          <p:nvPr/>
        </p:nvGrpSpPr>
        <p:grpSpPr>
          <a:xfrm>
            <a:off x="13106400" y="9534530"/>
            <a:ext cx="4267200" cy="547688"/>
            <a:chOff x="0" y="0"/>
            <a:chExt cx="5689600" cy="7302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019A6FB-D873-1A2F-26C5-C02B728E691B}"/>
                </a:ext>
              </a:extLst>
            </p:cNvPr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17DE2157-D97C-3D18-96C8-549DD5A3962D}"/>
                </a:ext>
              </a:extLst>
            </p:cNvPr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Bold"/>
                  <a:ea typeface="Trade Gothic Bold"/>
                  <a:cs typeface="Trade Gothic Bold"/>
                  <a:sym typeface="Trade Gothic Bold"/>
                </a:rPr>
                <a:t>4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75759D7-F818-9264-991E-8A624BB79DF6}"/>
              </a:ext>
            </a:extLst>
          </p:cNvPr>
          <p:cNvGrpSpPr/>
          <p:nvPr/>
        </p:nvGrpSpPr>
        <p:grpSpPr>
          <a:xfrm>
            <a:off x="-438336" y="9371410"/>
            <a:ext cx="19412459" cy="925115"/>
            <a:chOff x="0" y="0"/>
            <a:chExt cx="3994333" cy="19035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B42B591E-30A9-C293-39DE-0FFD097FAA4D}"/>
                </a:ext>
              </a:extLst>
            </p:cNvPr>
            <p:cNvSpPr/>
            <p:nvPr/>
          </p:nvSpPr>
          <p:spPr>
            <a:xfrm>
              <a:off x="0" y="0"/>
              <a:ext cx="3994333" cy="190353"/>
            </a:xfrm>
            <a:custGeom>
              <a:avLst/>
              <a:gdLst/>
              <a:ahLst/>
              <a:cxnLst/>
              <a:rect l="l" t="t" r="r" b="b"/>
              <a:pathLst>
                <a:path w="3994333" h="190353">
                  <a:moveTo>
                    <a:pt x="7789" y="0"/>
                  </a:moveTo>
                  <a:lnTo>
                    <a:pt x="3986544" y="0"/>
                  </a:lnTo>
                  <a:cubicBezTo>
                    <a:pt x="3990846" y="0"/>
                    <a:pt x="3994333" y="3487"/>
                    <a:pt x="3994333" y="7789"/>
                  </a:cubicBezTo>
                  <a:lnTo>
                    <a:pt x="3994333" y="182564"/>
                  </a:lnTo>
                  <a:cubicBezTo>
                    <a:pt x="3994333" y="184629"/>
                    <a:pt x="3993513" y="186611"/>
                    <a:pt x="3992052" y="188072"/>
                  </a:cubicBezTo>
                  <a:cubicBezTo>
                    <a:pt x="3990591" y="189532"/>
                    <a:pt x="3988610" y="190353"/>
                    <a:pt x="3986544" y="190353"/>
                  </a:cubicBezTo>
                  <a:lnTo>
                    <a:pt x="7789" y="190353"/>
                  </a:lnTo>
                  <a:cubicBezTo>
                    <a:pt x="5723" y="190353"/>
                    <a:pt x="3742" y="189532"/>
                    <a:pt x="2281" y="188072"/>
                  </a:cubicBezTo>
                  <a:cubicBezTo>
                    <a:pt x="821" y="186611"/>
                    <a:pt x="0" y="184629"/>
                    <a:pt x="0" y="182564"/>
                  </a:cubicBezTo>
                  <a:lnTo>
                    <a:pt x="0" y="7789"/>
                  </a:lnTo>
                  <a:cubicBezTo>
                    <a:pt x="0" y="5723"/>
                    <a:pt x="821" y="3742"/>
                    <a:pt x="2281" y="2281"/>
                  </a:cubicBezTo>
                  <a:cubicBezTo>
                    <a:pt x="3742" y="821"/>
                    <a:pt x="5723" y="0"/>
                    <a:pt x="7789" y="0"/>
                  </a:cubicBezTo>
                  <a:close/>
                </a:path>
              </a:pathLst>
            </a:custGeom>
            <a:solidFill>
              <a:srgbClr val="00A6C8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9D296B0-6B54-293F-0DC2-567E441C06A5}"/>
                </a:ext>
              </a:extLst>
            </p:cNvPr>
            <p:cNvSpPr txBox="1"/>
            <p:nvPr/>
          </p:nvSpPr>
          <p:spPr>
            <a:xfrm>
              <a:off x="0" y="-38100"/>
              <a:ext cx="3994333" cy="228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35E71738-7BB7-C4D1-787B-345FE5325B6E}"/>
              </a:ext>
            </a:extLst>
          </p:cNvPr>
          <p:cNvSpPr txBox="1"/>
          <p:nvPr/>
        </p:nvSpPr>
        <p:spPr>
          <a:xfrm>
            <a:off x="17115249" y="9578443"/>
            <a:ext cx="220251" cy="491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1"/>
              </a:lnSpc>
              <a:spcBef>
                <a:spcPct val="0"/>
              </a:spcBef>
            </a:pPr>
            <a:r>
              <a:rPr lang="en-US" sz="3117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652E15A1-E893-DE8F-832A-AC23151213B4}"/>
              </a:ext>
            </a:extLst>
          </p:cNvPr>
          <p:cNvGrpSpPr/>
          <p:nvPr/>
        </p:nvGrpSpPr>
        <p:grpSpPr>
          <a:xfrm>
            <a:off x="12870324" y="406535"/>
            <a:ext cx="5706691" cy="1045541"/>
            <a:chOff x="0" y="0"/>
            <a:chExt cx="7608921" cy="1394055"/>
          </a:xfrm>
        </p:grpSpPr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2DB74346-6161-4358-CD8F-2EA95A4F2A02}"/>
                </a:ext>
              </a:extLst>
            </p:cNvPr>
            <p:cNvGrpSpPr/>
            <p:nvPr/>
          </p:nvGrpSpPr>
          <p:grpSpPr>
            <a:xfrm>
              <a:off x="0" y="0"/>
              <a:ext cx="7608921" cy="1394055"/>
              <a:chOff x="0" y="0"/>
              <a:chExt cx="1700016" cy="311465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F1652E4F-0644-1403-A3E7-9D33E7D3DE34}"/>
                  </a:ext>
                </a:extLst>
              </p:cNvPr>
              <p:cNvSpPr/>
              <p:nvPr/>
            </p:nvSpPr>
            <p:spPr>
              <a:xfrm>
                <a:off x="0" y="0"/>
                <a:ext cx="1700016" cy="311465"/>
              </a:xfrm>
              <a:custGeom>
                <a:avLst/>
                <a:gdLst/>
                <a:ahLst/>
                <a:cxnLst/>
                <a:rect l="l" t="t" r="r" b="b"/>
                <a:pathLst>
                  <a:path w="1700016" h="311465">
                    <a:moveTo>
                      <a:pt x="18302" y="0"/>
                    </a:moveTo>
                    <a:lnTo>
                      <a:pt x="1681715" y="0"/>
                    </a:lnTo>
                    <a:cubicBezTo>
                      <a:pt x="1686569" y="0"/>
                      <a:pt x="1691224" y="1928"/>
                      <a:pt x="1694656" y="5360"/>
                    </a:cubicBezTo>
                    <a:cubicBezTo>
                      <a:pt x="1698088" y="8793"/>
                      <a:pt x="1700016" y="13448"/>
                      <a:pt x="1700016" y="18302"/>
                    </a:cubicBezTo>
                    <a:lnTo>
                      <a:pt x="1700016" y="293164"/>
                    </a:lnTo>
                    <a:cubicBezTo>
                      <a:pt x="1700016" y="303271"/>
                      <a:pt x="1691822" y="311465"/>
                      <a:pt x="1681715" y="311465"/>
                    </a:cubicBezTo>
                    <a:lnTo>
                      <a:pt x="18302" y="311465"/>
                    </a:lnTo>
                    <a:cubicBezTo>
                      <a:pt x="8194" y="311465"/>
                      <a:pt x="0" y="303271"/>
                      <a:pt x="0" y="293164"/>
                    </a:cubicBezTo>
                    <a:lnTo>
                      <a:pt x="0" y="18302"/>
                    </a:lnTo>
                    <a:cubicBezTo>
                      <a:pt x="0" y="8194"/>
                      <a:pt x="8194" y="0"/>
                      <a:pt x="18302" y="0"/>
                    </a:cubicBezTo>
                    <a:close/>
                  </a:path>
                </a:pathLst>
              </a:custGeom>
              <a:solidFill>
                <a:srgbClr val="040F23"/>
              </a:solidFill>
            </p:spPr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599E1A11-46CF-2AEC-2CBA-79E8EEBE556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00016" cy="3590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9"/>
                  </a:lnSpc>
                </a:pPr>
                <a:endParaRPr/>
              </a:p>
            </p:txBody>
          </p:sp>
        </p:grp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3C8BB740-3B8C-B0C7-26F0-EAA03A6B2E28}"/>
                </a:ext>
              </a:extLst>
            </p:cNvPr>
            <p:cNvSpPr/>
            <p:nvPr/>
          </p:nvSpPr>
          <p:spPr>
            <a:xfrm>
              <a:off x="0" y="94091"/>
              <a:ext cx="7110803" cy="1205874"/>
            </a:xfrm>
            <a:custGeom>
              <a:avLst/>
              <a:gdLst/>
              <a:ahLst/>
              <a:cxnLst/>
              <a:rect l="l" t="t" r="r" b="b"/>
              <a:pathLst>
                <a:path w="7110803" h="1205874">
                  <a:moveTo>
                    <a:pt x="0" y="0"/>
                  </a:moveTo>
                  <a:lnTo>
                    <a:pt x="7110803" y="0"/>
                  </a:lnTo>
                  <a:lnTo>
                    <a:pt x="7110803" y="1205873"/>
                  </a:lnTo>
                  <a:lnTo>
                    <a:pt x="0" y="120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28" name="Rectangle 5">
            <a:extLst>
              <a:ext uri="{FF2B5EF4-FFF2-40B4-BE49-F238E27FC236}">
                <a16:creationId xmlns:a16="http://schemas.microsoft.com/office/drawing/2014/main" id="{61B965AB-0B06-909A-6657-5BD6979B8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025" y="3291047"/>
            <a:ext cx="6325771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Arial" panose="020B0604020202020204" pitchFamily="34" charset="0"/>
              </a:rPr>
              <a:t>Node.js</a:t>
            </a:r>
            <a:r>
              <a:rPr lang="en-US" altLang="en-US" sz="2400" dirty="0">
                <a:latin typeface="Arial" panose="020B0604020202020204" pitchFamily="34" charset="0"/>
              </a:rPr>
              <a:t> – Backend API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Arial" panose="020B0604020202020204" pitchFamily="34" charset="0"/>
              </a:rPr>
              <a:t>Python</a:t>
            </a:r>
            <a:r>
              <a:rPr lang="en-US" altLang="en-US" sz="2400" dirty="0">
                <a:latin typeface="Arial" panose="020B0604020202020204" pitchFamily="34" charset="0"/>
              </a:rPr>
              <a:t> – AI </a:t>
            </a:r>
            <a:r>
              <a:rPr lang="en-US" altLang="en-US" sz="2400" dirty="0" err="1">
                <a:latin typeface="Arial" panose="020B0604020202020204" pitchFamily="34" charset="0"/>
              </a:rPr>
              <a:t>Summariser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Arial" panose="020B0604020202020204" pitchFamily="34" charset="0"/>
              </a:rPr>
              <a:t>React.js (Vite)</a:t>
            </a:r>
            <a:r>
              <a:rPr lang="en-US" altLang="en-US" sz="2400" dirty="0">
                <a:latin typeface="Arial" panose="020B0604020202020204" pitchFamily="34" charset="0"/>
              </a:rPr>
              <a:t> – Frontend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Arial" panose="020B0604020202020204" pitchFamily="34" charset="0"/>
              </a:rPr>
              <a:t>Tailwind CSS</a:t>
            </a:r>
            <a:r>
              <a:rPr lang="en-US" altLang="en-US" sz="2400" dirty="0">
                <a:latin typeface="Arial" panose="020B0604020202020204" pitchFamily="34" charset="0"/>
              </a:rPr>
              <a:t> – UI styling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Arial" panose="020B0604020202020204" pitchFamily="34" charset="0"/>
              </a:rPr>
              <a:t>MongoDB</a:t>
            </a:r>
            <a:r>
              <a:rPr lang="en-US" altLang="en-US" sz="2400" dirty="0">
                <a:latin typeface="Arial" panose="020B0604020202020204" pitchFamily="34" charset="0"/>
              </a:rPr>
              <a:t> – Database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 err="1">
                <a:latin typeface="Arial" panose="020B0604020202020204" pitchFamily="34" charset="0"/>
              </a:rPr>
              <a:t>Cloudinary</a:t>
            </a:r>
            <a:r>
              <a:rPr lang="en-US" altLang="en-US" sz="2400" dirty="0">
                <a:latin typeface="Arial" panose="020B0604020202020204" pitchFamily="34" charset="0"/>
              </a:rPr>
              <a:t> – Document &amp; image storage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748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144" y="9524999"/>
            <a:ext cx="18302286" cy="769145"/>
            <a:chOff x="0" y="0"/>
            <a:chExt cx="24403048" cy="1025526"/>
          </a:xfrm>
        </p:grpSpPr>
        <p:sp>
          <p:nvSpPr>
            <p:cNvPr id="3" name="Freeform 3"/>
            <p:cNvSpPr/>
            <p:nvPr/>
          </p:nvSpPr>
          <p:spPr>
            <a:xfrm>
              <a:off x="9525" y="9525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03050" cy="1025525"/>
            </a:xfrm>
            <a:custGeom>
              <a:avLst/>
              <a:gdLst/>
              <a:ahLst/>
              <a:cxnLst/>
              <a:rect l="l" t="t" r="r" b="b"/>
              <a:pathLst>
                <a:path w="24403050" h="1025525">
                  <a:moveTo>
                    <a:pt x="9525" y="0"/>
                  </a:moveTo>
                  <a:lnTo>
                    <a:pt x="24393525" y="0"/>
                  </a:lnTo>
                  <a:cubicBezTo>
                    <a:pt x="24398732" y="0"/>
                    <a:pt x="24403050" y="4318"/>
                    <a:pt x="24403050" y="9525"/>
                  </a:cubicBezTo>
                  <a:lnTo>
                    <a:pt x="24403050" y="1016000"/>
                  </a:lnTo>
                  <a:cubicBezTo>
                    <a:pt x="24403050" y="1021207"/>
                    <a:pt x="24398732" y="1025525"/>
                    <a:pt x="24393525" y="1025525"/>
                  </a:cubicBezTo>
                  <a:lnTo>
                    <a:pt x="9525" y="1025525"/>
                  </a:lnTo>
                  <a:cubicBezTo>
                    <a:pt x="4318" y="1025525"/>
                    <a:pt x="0" y="1021207"/>
                    <a:pt x="0" y="101600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16000"/>
                  </a:lnTo>
                  <a:lnTo>
                    <a:pt x="9525" y="1016000"/>
                  </a:lnTo>
                  <a:lnTo>
                    <a:pt x="9525" y="1006475"/>
                  </a:lnTo>
                  <a:lnTo>
                    <a:pt x="24393525" y="1006475"/>
                  </a:lnTo>
                  <a:lnTo>
                    <a:pt x="24393525" y="1016000"/>
                  </a:lnTo>
                  <a:lnTo>
                    <a:pt x="24384000" y="1016000"/>
                  </a:lnTo>
                  <a:lnTo>
                    <a:pt x="24384000" y="9525"/>
                  </a:lnTo>
                  <a:lnTo>
                    <a:pt x="24393525" y="9525"/>
                  </a:lnTo>
                  <a:lnTo>
                    <a:pt x="243935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-9602" y="932815"/>
            <a:ext cx="6254914" cy="1269093"/>
            <a:chOff x="-419203" y="0"/>
            <a:chExt cx="8339885" cy="16921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920682" cy="1487339"/>
            </a:xfrm>
            <a:custGeom>
              <a:avLst/>
              <a:gdLst/>
              <a:ahLst/>
              <a:cxnLst/>
              <a:rect l="l" t="t" r="r" b="b"/>
              <a:pathLst>
                <a:path w="7920682" h="1487339">
                  <a:moveTo>
                    <a:pt x="0" y="0"/>
                  </a:moveTo>
                  <a:lnTo>
                    <a:pt x="7920682" y="0"/>
                  </a:lnTo>
                  <a:lnTo>
                    <a:pt x="7920682" y="1487339"/>
                  </a:lnTo>
                  <a:lnTo>
                    <a:pt x="0" y="14873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-419203" y="176211"/>
              <a:ext cx="7920682" cy="15159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4000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Flow Chart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30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Bold"/>
                  <a:ea typeface="Trade Gothic Bold"/>
                  <a:cs typeface="Trade Gothic Bold"/>
                  <a:sym typeface="Trade Gothic Bold"/>
                </a:rPr>
                <a:t>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438336" y="9371410"/>
            <a:ext cx="19412459" cy="925115"/>
            <a:chOff x="0" y="0"/>
            <a:chExt cx="25883279" cy="1233487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25883279" cy="1233487"/>
              <a:chOff x="0" y="0"/>
              <a:chExt cx="3994333" cy="19035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994333" cy="190353"/>
              </a:xfrm>
              <a:custGeom>
                <a:avLst/>
                <a:gdLst/>
                <a:ahLst/>
                <a:cxnLst/>
                <a:rect l="l" t="t" r="r" b="b"/>
                <a:pathLst>
                  <a:path w="3994333" h="190353">
                    <a:moveTo>
                      <a:pt x="7789" y="0"/>
                    </a:moveTo>
                    <a:lnTo>
                      <a:pt x="3986544" y="0"/>
                    </a:lnTo>
                    <a:cubicBezTo>
                      <a:pt x="3990846" y="0"/>
                      <a:pt x="3994333" y="3487"/>
                      <a:pt x="3994333" y="7789"/>
                    </a:cubicBezTo>
                    <a:lnTo>
                      <a:pt x="3994333" y="182564"/>
                    </a:lnTo>
                    <a:cubicBezTo>
                      <a:pt x="3994333" y="184629"/>
                      <a:pt x="3993513" y="186611"/>
                      <a:pt x="3992052" y="188072"/>
                    </a:cubicBezTo>
                    <a:cubicBezTo>
                      <a:pt x="3990591" y="189532"/>
                      <a:pt x="3988610" y="190353"/>
                      <a:pt x="3986544" y="190353"/>
                    </a:cubicBezTo>
                    <a:lnTo>
                      <a:pt x="7789" y="190353"/>
                    </a:lnTo>
                    <a:cubicBezTo>
                      <a:pt x="5723" y="190353"/>
                      <a:pt x="3742" y="189532"/>
                      <a:pt x="2281" y="188072"/>
                    </a:cubicBezTo>
                    <a:cubicBezTo>
                      <a:pt x="821" y="186611"/>
                      <a:pt x="0" y="184629"/>
                      <a:pt x="0" y="182564"/>
                    </a:cubicBezTo>
                    <a:lnTo>
                      <a:pt x="0" y="7789"/>
                    </a:lnTo>
                    <a:cubicBezTo>
                      <a:pt x="0" y="5723"/>
                      <a:pt x="821" y="3742"/>
                      <a:pt x="2281" y="2281"/>
                    </a:cubicBezTo>
                    <a:cubicBezTo>
                      <a:pt x="3742" y="821"/>
                      <a:pt x="5723" y="0"/>
                      <a:pt x="7789" y="0"/>
                    </a:cubicBezTo>
                    <a:close/>
                  </a:path>
                </a:pathLst>
              </a:custGeom>
              <a:solidFill>
                <a:srgbClr val="00A6C8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3994333" cy="228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23404781" y="282395"/>
              <a:ext cx="293668" cy="649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41"/>
                </a:lnSpc>
                <a:spcBef>
                  <a:spcPct val="0"/>
                </a:spcBef>
              </a:pPr>
              <a:r>
                <a:rPr lang="en-US" sz="3117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870324" y="406535"/>
            <a:ext cx="5706691" cy="1045541"/>
            <a:chOff x="0" y="0"/>
            <a:chExt cx="7608921" cy="1394055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608921" cy="1394055"/>
              <a:chOff x="0" y="0"/>
              <a:chExt cx="1700016" cy="31146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700016" cy="311465"/>
              </a:xfrm>
              <a:custGeom>
                <a:avLst/>
                <a:gdLst/>
                <a:ahLst/>
                <a:cxnLst/>
                <a:rect l="l" t="t" r="r" b="b"/>
                <a:pathLst>
                  <a:path w="1700016" h="311465">
                    <a:moveTo>
                      <a:pt x="18302" y="0"/>
                    </a:moveTo>
                    <a:lnTo>
                      <a:pt x="1681715" y="0"/>
                    </a:lnTo>
                    <a:cubicBezTo>
                      <a:pt x="1686569" y="0"/>
                      <a:pt x="1691224" y="1928"/>
                      <a:pt x="1694656" y="5360"/>
                    </a:cubicBezTo>
                    <a:cubicBezTo>
                      <a:pt x="1698088" y="8793"/>
                      <a:pt x="1700016" y="13448"/>
                      <a:pt x="1700016" y="18302"/>
                    </a:cubicBezTo>
                    <a:lnTo>
                      <a:pt x="1700016" y="293164"/>
                    </a:lnTo>
                    <a:cubicBezTo>
                      <a:pt x="1700016" y="303271"/>
                      <a:pt x="1691822" y="311465"/>
                      <a:pt x="1681715" y="311465"/>
                    </a:cubicBezTo>
                    <a:lnTo>
                      <a:pt x="18302" y="311465"/>
                    </a:lnTo>
                    <a:cubicBezTo>
                      <a:pt x="8194" y="311465"/>
                      <a:pt x="0" y="303271"/>
                      <a:pt x="0" y="293164"/>
                    </a:cubicBezTo>
                    <a:lnTo>
                      <a:pt x="0" y="18302"/>
                    </a:lnTo>
                    <a:cubicBezTo>
                      <a:pt x="0" y="8194"/>
                      <a:pt x="8194" y="0"/>
                      <a:pt x="18302" y="0"/>
                    </a:cubicBezTo>
                    <a:close/>
                  </a:path>
                </a:pathLst>
              </a:custGeom>
              <a:solidFill>
                <a:srgbClr val="040F23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1700016" cy="3590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9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0" y="94091"/>
              <a:ext cx="7110803" cy="1205874"/>
            </a:xfrm>
            <a:custGeom>
              <a:avLst/>
              <a:gdLst/>
              <a:ahLst/>
              <a:cxnLst/>
              <a:rect l="l" t="t" r="r" b="b"/>
              <a:pathLst>
                <a:path w="7110803" h="1205874">
                  <a:moveTo>
                    <a:pt x="0" y="0"/>
                  </a:moveTo>
                  <a:lnTo>
                    <a:pt x="7110803" y="0"/>
                  </a:lnTo>
                  <a:lnTo>
                    <a:pt x="7110803" y="1205873"/>
                  </a:lnTo>
                  <a:lnTo>
                    <a:pt x="0" y="120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1FCA622E-BC1A-68ED-F7E4-43CC73E541F5}"/>
              </a:ext>
            </a:extLst>
          </p:cNvPr>
          <p:cNvSpPr/>
          <p:nvPr/>
        </p:nvSpPr>
        <p:spPr>
          <a:xfrm>
            <a:off x="6477000" y="1869425"/>
            <a:ext cx="34290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A74DC52-9552-9C55-A45C-91E8718E5B6A}"/>
              </a:ext>
            </a:extLst>
          </p:cNvPr>
          <p:cNvSpPr/>
          <p:nvPr/>
        </p:nvSpPr>
        <p:spPr>
          <a:xfrm>
            <a:off x="6477000" y="2868394"/>
            <a:ext cx="34290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Authentication (Login/Register)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E11A107-61BB-6D56-2891-CEF17AE60911}"/>
              </a:ext>
            </a:extLst>
          </p:cNvPr>
          <p:cNvSpPr/>
          <p:nvPr/>
        </p:nvSpPr>
        <p:spPr>
          <a:xfrm>
            <a:off x="6477000" y="3799533"/>
            <a:ext cx="34290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Upload / View Records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CEB894B-F7F8-F14D-8197-63EE324121B8}"/>
              </a:ext>
            </a:extLst>
          </p:cNvPr>
          <p:cNvSpPr/>
          <p:nvPr/>
        </p:nvSpPr>
        <p:spPr>
          <a:xfrm>
            <a:off x="6477000" y="4829295"/>
            <a:ext cx="34290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Auto-Generated Timeline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2E1453B-B7EA-ECE6-2C62-C4E712BD16CF}"/>
              </a:ext>
            </a:extLst>
          </p:cNvPr>
          <p:cNvSpPr/>
          <p:nvPr/>
        </p:nvSpPr>
        <p:spPr>
          <a:xfrm>
            <a:off x="10682748" y="7329265"/>
            <a:ext cx="34290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Doctor/Hospital Scan QR</a:t>
            </a:r>
            <a:endParaRPr lang="en-IN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4711863-0FC2-CDBF-D9EE-79621EA4659E}"/>
              </a:ext>
            </a:extLst>
          </p:cNvPr>
          <p:cNvSpPr/>
          <p:nvPr/>
        </p:nvSpPr>
        <p:spPr>
          <a:xfrm>
            <a:off x="10668000" y="8318872"/>
            <a:ext cx="34290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Read-Only Access To Records</a:t>
            </a:r>
            <a:endParaRPr lang="en-IN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7472854-A87A-EBCF-4278-7F2136843AB5}"/>
              </a:ext>
            </a:extLst>
          </p:cNvPr>
          <p:cNvSpPr/>
          <p:nvPr/>
        </p:nvSpPr>
        <p:spPr>
          <a:xfrm>
            <a:off x="10682748" y="6272386"/>
            <a:ext cx="34290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Generate </a:t>
            </a:r>
            <a:r>
              <a:rPr lang="en-US"/>
              <a:t>QR For </a:t>
            </a:r>
            <a:r>
              <a:rPr lang="en-US" dirty="0"/>
              <a:t>Doctor/Hospital</a:t>
            </a:r>
            <a:endParaRPr lang="en-IN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EBF7ED-F1E4-8996-49A4-3FAD0990C045}"/>
              </a:ext>
            </a:extLst>
          </p:cNvPr>
          <p:cNvSpPr/>
          <p:nvPr/>
        </p:nvSpPr>
        <p:spPr>
          <a:xfrm>
            <a:off x="2333932" y="8039079"/>
            <a:ext cx="34290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Emergency QR  Access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CF8E63A-6A8D-53AE-D38C-E88CAA7E3924}"/>
              </a:ext>
            </a:extLst>
          </p:cNvPr>
          <p:cNvSpPr/>
          <p:nvPr/>
        </p:nvSpPr>
        <p:spPr>
          <a:xfrm>
            <a:off x="2333932" y="7075936"/>
            <a:ext cx="34290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Emergency Profile (ICE)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92F2AA5-C729-F932-8E85-99B32850EF57}"/>
              </a:ext>
            </a:extLst>
          </p:cNvPr>
          <p:cNvCxnSpPr>
            <a:stCxn id="47" idx="2"/>
            <a:endCxn id="48" idx="0"/>
          </p:cNvCxnSpPr>
          <p:nvPr/>
        </p:nvCxnSpPr>
        <p:spPr>
          <a:xfrm>
            <a:off x="8191500" y="2402825"/>
            <a:ext cx="0" cy="465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2386808-A338-B7B1-CEBC-6F85C208DF7E}"/>
              </a:ext>
            </a:extLst>
          </p:cNvPr>
          <p:cNvCxnSpPr>
            <a:cxnSpLocks/>
            <a:stCxn id="48" idx="2"/>
            <a:endCxn id="49" idx="0"/>
          </p:cNvCxnSpPr>
          <p:nvPr/>
        </p:nvCxnSpPr>
        <p:spPr>
          <a:xfrm>
            <a:off x="8191500" y="3401794"/>
            <a:ext cx="0" cy="397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6BAB482-17F3-A308-B5AC-E80E6714FAB4}"/>
              </a:ext>
            </a:extLst>
          </p:cNvPr>
          <p:cNvCxnSpPr>
            <a:stCxn id="49" idx="2"/>
            <a:endCxn id="50" idx="0"/>
          </p:cNvCxnSpPr>
          <p:nvPr/>
        </p:nvCxnSpPr>
        <p:spPr>
          <a:xfrm>
            <a:off x="8191500" y="4332933"/>
            <a:ext cx="0" cy="496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96" name="Straight Connector 4095">
            <a:extLst>
              <a:ext uri="{FF2B5EF4-FFF2-40B4-BE49-F238E27FC236}">
                <a16:creationId xmlns:a16="http://schemas.microsoft.com/office/drawing/2014/main" id="{9D4B59B2-0D87-F565-B833-7871C335CE2C}"/>
              </a:ext>
            </a:extLst>
          </p:cNvPr>
          <p:cNvCxnSpPr>
            <a:cxnSpLocks/>
            <a:stCxn id="50" idx="2"/>
          </p:cNvCxnSpPr>
          <p:nvPr/>
        </p:nvCxnSpPr>
        <p:spPr>
          <a:xfrm>
            <a:off x="8191500" y="5362695"/>
            <a:ext cx="0" cy="3904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99" name="Straight Connector 4098">
            <a:extLst>
              <a:ext uri="{FF2B5EF4-FFF2-40B4-BE49-F238E27FC236}">
                <a16:creationId xmlns:a16="http://schemas.microsoft.com/office/drawing/2014/main" id="{53999F5C-3C3C-CDA1-A030-FDE37F3B5C62}"/>
              </a:ext>
            </a:extLst>
          </p:cNvPr>
          <p:cNvCxnSpPr>
            <a:cxnSpLocks/>
          </p:cNvCxnSpPr>
          <p:nvPr/>
        </p:nvCxnSpPr>
        <p:spPr>
          <a:xfrm>
            <a:off x="4048432" y="5753100"/>
            <a:ext cx="83340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02" name="Straight Arrow Connector 4101">
            <a:extLst>
              <a:ext uri="{FF2B5EF4-FFF2-40B4-BE49-F238E27FC236}">
                <a16:creationId xmlns:a16="http://schemas.microsoft.com/office/drawing/2014/main" id="{26B0FE2C-398D-3511-4E95-F8D619EADC5B}"/>
              </a:ext>
            </a:extLst>
          </p:cNvPr>
          <p:cNvCxnSpPr/>
          <p:nvPr/>
        </p:nvCxnSpPr>
        <p:spPr>
          <a:xfrm>
            <a:off x="4053512" y="5753100"/>
            <a:ext cx="0" cy="1322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04" name="Straight Arrow Connector 4103">
            <a:extLst>
              <a:ext uri="{FF2B5EF4-FFF2-40B4-BE49-F238E27FC236}">
                <a16:creationId xmlns:a16="http://schemas.microsoft.com/office/drawing/2014/main" id="{E9C02172-6BD4-E1E1-8C24-46A2E66BCA19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12382500" y="5753100"/>
            <a:ext cx="14748" cy="519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07" name="Straight Arrow Connector 4106">
            <a:extLst>
              <a:ext uri="{FF2B5EF4-FFF2-40B4-BE49-F238E27FC236}">
                <a16:creationId xmlns:a16="http://schemas.microsoft.com/office/drawing/2014/main" id="{6E662CA0-03A8-8635-C25F-08ADFF0E454B}"/>
              </a:ext>
            </a:extLst>
          </p:cNvPr>
          <p:cNvCxnSpPr>
            <a:stCxn id="55" idx="2"/>
            <a:endCxn id="54" idx="0"/>
          </p:cNvCxnSpPr>
          <p:nvPr/>
        </p:nvCxnSpPr>
        <p:spPr>
          <a:xfrm>
            <a:off x="4048432" y="7609336"/>
            <a:ext cx="0" cy="429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13" name="Straight Arrow Connector 4112">
            <a:extLst>
              <a:ext uri="{FF2B5EF4-FFF2-40B4-BE49-F238E27FC236}">
                <a16:creationId xmlns:a16="http://schemas.microsoft.com/office/drawing/2014/main" id="{C482DF62-FD54-23CB-32BC-6FB20A2F8B15}"/>
              </a:ext>
            </a:extLst>
          </p:cNvPr>
          <p:cNvCxnSpPr>
            <a:stCxn id="53" idx="2"/>
            <a:endCxn id="51" idx="0"/>
          </p:cNvCxnSpPr>
          <p:nvPr/>
        </p:nvCxnSpPr>
        <p:spPr>
          <a:xfrm>
            <a:off x="12397248" y="6805786"/>
            <a:ext cx="0" cy="523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15" name="Straight Arrow Connector 4114">
            <a:extLst>
              <a:ext uri="{FF2B5EF4-FFF2-40B4-BE49-F238E27FC236}">
                <a16:creationId xmlns:a16="http://schemas.microsoft.com/office/drawing/2014/main" id="{1FA4FA01-28BB-7D5A-75EF-12451708449C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 flipH="1">
            <a:off x="12382500" y="7862665"/>
            <a:ext cx="14748" cy="456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144" y="9524999"/>
            <a:ext cx="18302286" cy="769145"/>
            <a:chOff x="0" y="0"/>
            <a:chExt cx="24403048" cy="1025526"/>
          </a:xfrm>
        </p:grpSpPr>
        <p:sp>
          <p:nvSpPr>
            <p:cNvPr id="3" name="Freeform 3"/>
            <p:cNvSpPr/>
            <p:nvPr/>
          </p:nvSpPr>
          <p:spPr>
            <a:xfrm>
              <a:off x="9525" y="9525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03050" cy="1025525"/>
            </a:xfrm>
            <a:custGeom>
              <a:avLst/>
              <a:gdLst/>
              <a:ahLst/>
              <a:cxnLst/>
              <a:rect l="l" t="t" r="r" b="b"/>
              <a:pathLst>
                <a:path w="24403050" h="1025525">
                  <a:moveTo>
                    <a:pt x="9525" y="0"/>
                  </a:moveTo>
                  <a:lnTo>
                    <a:pt x="24393525" y="0"/>
                  </a:lnTo>
                  <a:cubicBezTo>
                    <a:pt x="24398732" y="0"/>
                    <a:pt x="24403050" y="4318"/>
                    <a:pt x="24403050" y="9525"/>
                  </a:cubicBezTo>
                  <a:lnTo>
                    <a:pt x="24403050" y="1016000"/>
                  </a:lnTo>
                  <a:cubicBezTo>
                    <a:pt x="24403050" y="1021207"/>
                    <a:pt x="24398732" y="1025525"/>
                    <a:pt x="24393525" y="1025525"/>
                  </a:cubicBezTo>
                  <a:lnTo>
                    <a:pt x="9525" y="1025525"/>
                  </a:lnTo>
                  <a:cubicBezTo>
                    <a:pt x="4318" y="1025525"/>
                    <a:pt x="0" y="1021207"/>
                    <a:pt x="0" y="101600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16000"/>
                  </a:lnTo>
                  <a:lnTo>
                    <a:pt x="9525" y="1016000"/>
                  </a:lnTo>
                  <a:lnTo>
                    <a:pt x="9525" y="1006475"/>
                  </a:lnTo>
                  <a:lnTo>
                    <a:pt x="24393525" y="1006475"/>
                  </a:lnTo>
                  <a:lnTo>
                    <a:pt x="24393525" y="1016000"/>
                  </a:lnTo>
                  <a:lnTo>
                    <a:pt x="24384000" y="1016000"/>
                  </a:lnTo>
                  <a:lnTo>
                    <a:pt x="24384000" y="9525"/>
                  </a:lnTo>
                  <a:lnTo>
                    <a:pt x="24393525" y="9525"/>
                  </a:lnTo>
                  <a:lnTo>
                    <a:pt x="243935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238764" y="2852381"/>
            <a:ext cx="16459200" cy="4247636"/>
            <a:chOff x="0" y="0"/>
            <a:chExt cx="21945600" cy="56635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5663514"/>
            </a:xfrm>
            <a:custGeom>
              <a:avLst/>
              <a:gdLst/>
              <a:ahLst/>
              <a:cxnLst/>
              <a:rect l="l" t="t" r="r" b="b"/>
              <a:pathLst>
                <a:path w="21945600" h="5663514">
                  <a:moveTo>
                    <a:pt x="0" y="0"/>
                  </a:moveTo>
                  <a:lnTo>
                    <a:pt x="21945600" y="0"/>
                  </a:lnTo>
                  <a:lnTo>
                    <a:pt x="21945600" y="5663514"/>
                  </a:lnTo>
                  <a:lnTo>
                    <a:pt x="0" y="5663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945600" cy="56825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60"/>
                </a:lnSpc>
              </a:pPr>
              <a:r>
                <a:rPr lang="en-US" sz="3800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Backend and Front-end Screens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30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Bold"/>
                  <a:ea typeface="Trade Gothic Bold"/>
                  <a:cs typeface="Trade Gothic Bold"/>
                  <a:sym typeface="Trade Gothic Bold"/>
                </a:rPr>
                <a:t>6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84932" y="8490797"/>
            <a:ext cx="828296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* </a:t>
            </a:r>
            <a:r>
              <a:rPr lang="en-US" sz="2400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IMAGES ONLY/ github link of code and output 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-438336" y="9371410"/>
            <a:ext cx="19412459" cy="925115"/>
            <a:chOff x="0" y="0"/>
            <a:chExt cx="25883279" cy="1233487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5883279" cy="1233487"/>
              <a:chOff x="0" y="0"/>
              <a:chExt cx="3994333" cy="19035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994333" cy="190353"/>
              </a:xfrm>
              <a:custGeom>
                <a:avLst/>
                <a:gdLst/>
                <a:ahLst/>
                <a:cxnLst/>
                <a:rect l="l" t="t" r="r" b="b"/>
                <a:pathLst>
                  <a:path w="3994333" h="190353">
                    <a:moveTo>
                      <a:pt x="7789" y="0"/>
                    </a:moveTo>
                    <a:lnTo>
                      <a:pt x="3986544" y="0"/>
                    </a:lnTo>
                    <a:cubicBezTo>
                      <a:pt x="3990846" y="0"/>
                      <a:pt x="3994333" y="3487"/>
                      <a:pt x="3994333" y="7789"/>
                    </a:cubicBezTo>
                    <a:lnTo>
                      <a:pt x="3994333" y="182564"/>
                    </a:lnTo>
                    <a:cubicBezTo>
                      <a:pt x="3994333" y="184629"/>
                      <a:pt x="3993513" y="186611"/>
                      <a:pt x="3992052" y="188072"/>
                    </a:cubicBezTo>
                    <a:cubicBezTo>
                      <a:pt x="3990591" y="189532"/>
                      <a:pt x="3988610" y="190353"/>
                      <a:pt x="3986544" y="190353"/>
                    </a:cubicBezTo>
                    <a:lnTo>
                      <a:pt x="7789" y="190353"/>
                    </a:lnTo>
                    <a:cubicBezTo>
                      <a:pt x="5723" y="190353"/>
                      <a:pt x="3742" y="189532"/>
                      <a:pt x="2281" y="188072"/>
                    </a:cubicBezTo>
                    <a:cubicBezTo>
                      <a:pt x="821" y="186611"/>
                      <a:pt x="0" y="184629"/>
                      <a:pt x="0" y="182564"/>
                    </a:cubicBezTo>
                    <a:lnTo>
                      <a:pt x="0" y="7789"/>
                    </a:lnTo>
                    <a:cubicBezTo>
                      <a:pt x="0" y="5723"/>
                      <a:pt x="821" y="3742"/>
                      <a:pt x="2281" y="2281"/>
                    </a:cubicBezTo>
                    <a:cubicBezTo>
                      <a:pt x="3742" y="821"/>
                      <a:pt x="5723" y="0"/>
                      <a:pt x="7789" y="0"/>
                    </a:cubicBezTo>
                    <a:close/>
                  </a:path>
                </a:pathLst>
              </a:custGeom>
              <a:solidFill>
                <a:srgbClr val="00A6C8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3994333" cy="228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23404781" y="282395"/>
              <a:ext cx="293668" cy="649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41"/>
                </a:lnSpc>
                <a:spcBef>
                  <a:spcPct val="0"/>
                </a:spcBef>
              </a:pPr>
              <a:r>
                <a:rPr lang="en-US" sz="3117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870324" y="406535"/>
            <a:ext cx="5706691" cy="1045541"/>
            <a:chOff x="0" y="0"/>
            <a:chExt cx="7608921" cy="1394055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7608921" cy="1394055"/>
              <a:chOff x="0" y="0"/>
              <a:chExt cx="1700016" cy="31146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700016" cy="311465"/>
              </a:xfrm>
              <a:custGeom>
                <a:avLst/>
                <a:gdLst/>
                <a:ahLst/>
                <a:cxnLst/>
                <a:rect l="l" t="t" r="r" b="b"/>
                <a:pathLst>
                  <a:path w="1700016" h="311465">
                    <a:moveTo>
                      <a:pt x="18302" y="0"/>
                    </a:moveTo>
                    <a:lnTo>
                      <a:pt x="1681715" y="0"/>
                    </a:lnTo>
                    <a:cubicBezTo>
                      <a:pt x="1686569" y="0"/>
                      <a:pt x="1691224" y="1928"/>
                      <a:pt x="1694656" y="5360"/>
                    </a:cubicBezTo>
                    <a:cubicBezTo>
                      <a:pt x="1698088" y="8793"/>
                      <a:pt x="1700016" y="13448"/>
                      <a:pt x="1700016" y="18302"/>
                    </a:cubicBezTo>
                    <a:lnTo>
                      <a:pt x="1700016" y="293164"/>
                    </a:lnTo>
                    <a:cubicBezTo>
                      <a:pt x="1700016" y="303271"/>
                      <a:pt x="1691822" y="311465"/>
                      <a:pt x="1681715" y="311465"/>
                    </a:cubicBezTo>
                    <a:lnTo>
                      <a:pt x="18302" y="311465"/>
                    </a:lnTo>
                    <a:cubicBezTo>
                      <a:pt x="8194" y="311465"/>
                      <a:pt x="0" y="303271"/>
                      <a:pt x="0" y="293164"/>
                    </a:cubicBezTo>
                    <a:lnTo>
                      <a:pt x="0" y="18302"/>
                    </a:lnTo>
                    <a:cubicBezTo>
                      <a:pt x="0" y="8194"/>
                      <a:pt x="8194" y="0"/>
                      <a:pt x="18302" y="0"/>
                    </a:cubicBezTo>
                    <a:close/>
                  </a:path>
                </a:pathLst>
              </a:custGeom>
              <a:solidFill>
                <a:srgbClr val="040F23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1700016" cy="3590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9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0" y="94091"/>
              <a:ext cx="7110803" cy="1205874"/>
            </a:xfrm>
            <a:custGeom>
              <a:avLst/>
              <a:gdLst/>
              <a:ahLst/>
              <a:cxnLst/>
              <a:rect l="l" t="t" r="r" b="b"/>
              <a:pathLst>
                <a:path w="7110803" h="1205874">
                  <a:moveTo>
                    <a:pt x="0" y="0"/>
                  </a:moveTo>
                  <a:lnTo>
                    <a:pt x="7110803" y="0"/>
                  </a:lnTo>
                  <a:lnTo>
                    <a:pt x="7110803" y="1205873"/>
                  </a:lnTo>
                  <a:lnTo>
                    <a:pt x="0" y="120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D9DFB-AD98-9CD4-D9D9-0AA316AD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C0AF1BE-2431-1AB5-7E51-5844947BC6DE}"/>
              </a:ext>
            </a:extLst>
          </p:cNvPr>
          <p:cNvGrpSpPr/>
          <p:nvPr/>
        </p:nvGrpSpPr>
        <p:grpSpPr>
          <a:xfrm>
            <a:off x="-7144" y="9524999"/>
            <a:ext cx="18302286" cy="769145"/>
            <a:chOff x="0" y="0"/>
            <a:chExt cx="24403048" cy="10255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A08A7A1-102E-9326-4CA2-3F73BE840B18}"/>
                </a:ext>
              </a:extLst>
            </p:cNvPr>
            <p:cNvSpPr/>
            <p:nvPr/>
          </p:nvSpPr>
          <p:spPr>
            <a:xfrm>
              <a:off x="9525" y="9525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E620C78-6097-9F19-FA31-C1552BD6C294}"/>
                </a:ext>
              </a:extLst>
            </p:cNvPr>
            <p:cNvSpPr/>
            <p:nvPr/>
          </p:nvSpPr>
          <p:spPr>
            <a:xfrm>
              <a:off x="0" y="0"/>
              <a:ext cx="24403050" cy="1025525"/>
            </a:xfrm>
            <a:custGeom>
              <a:avLst/>
              <a:gdLst/>
              <a:ahLst/>
              <a:cxnLst/>
              <a:rect l="l" t="t" r="r" b="b"/>
              <a:pathLst>
                <a:path w="24403050" h="1025525">
                  <a:moveTo>
                    <a:pt x="9525" y="0"/>
                  </a:moveTo>
                  <a:lnTo>
                    <a:pt x="24393525" y="0"/>
                  </a:lnTo>
                  <a:cubicBezTo>
                    <a:pt x="24398732" y="0"/>
                    <a:pt x="24403050" y="4318"/>
                    <a:pt x="24403050" y="9525"/>
                  </a:cubicBezTo>
                  <a:lnTo>
                    <a:pt x="24403050" y="1016000"/>
                  </a:lnTo>
                  <a:cubicBezTo>
                    <a:pt x="24403050" y="1021207"/>
                    <a:pt x="24398732" y="1025525"/>
                    <a:pt x="24393525" y="1025525"/>
                  </a:cubicBezTo>
                  <a:lnTo>
                    <a:pt x="9525" y="1025525"/>
                  </a:lnTo>
                  <a:cubicBezTo>
                    <a:pt x="4318" y="1025525"/>
                    <a:pt x="0" y="1021207"/>
                    <a:pt x="0" y="101600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16000"/>
                  </a:lnTo>
                  <a:lnTo>
                    <a:pt x="9525" y="1016000"/>
                  </a:lnTo>
                  <a:lnTo>
                    <a:pt x="9525" y="1006475"/>
                  </a:lnTo>
                  <a:lnTo>
                    <a:pt x="24393525" y="1006475"/>
                  </a:lnTo>
                  <a:lnTo>
                    <a:pt x="24393525" y="1016000"/>
                  </a:lnTo>
                  <a:lnTo>
                    <a:pt x="24384000" y="1016000"/>
                  </a:lnTo>
                  <a:lnTo>
                    <a:pt x="24384000" y="9525"/>
                  </a:lnTo>
                  <a:lnTo>
                    <a:pt x="24393525" y="9525"/>
                  </a:lnTo>
                  <a:lnTo>
                    <a:pt x="243935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4F5E2AC3-8D0D-7582-E5A5-F18F1C36F699}"/>
              </a:ext>
            </a:extLst>
          </p:cNvPr>
          <p:cNvGrpSpPr/>
          <p:nvPr/>
        </p:nvGrpSpPr>
        <p:grpSpPr>
          <a:xfrm>
            <a:off x="13106400" y="9534530"/>
            <a:ext cx="4267200" cy="547688"/>
            <a:chOff x="0" y="0"/>
            <a:chExt cx="5689600" cy="7302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C83B081-F301-6763-B2A4-F7B32CDEB8C9}"/>
                </a:ext>
              </a:extLst>
            </p:cNvPr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686DD1F-2D1C-A0C2-A257-143203851A67}"/>
                </a:ext>
              </a:extLst>
            </p:cNvPr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Bold"/>
                  <a:ea typeface="Trade Gothic Bold"/>
                  <a:cs typeface="Trade Gothic Bold"/>
                  <a:sym typeface="Trade Gothic Bold"/>
                </a:rPr>
                <a:t>6</a:t>
              </a: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0108CF7-4FD3-B17F-CFFE-EACAB3D1ECE1}"/>
              </a:ext>
            </a:extLst>
          </p:cNvPr>
          <p:cNvGrpSpPr/>
          <p:nvPr/>
        </p:nvGrpSpPr>
        <p:grpSpPr>
          <a:xfrm>
            <a:off x="-438336" y="9371410"/>
            <a:ext cx="19412459" cy="925115"/>
            <a:chOff x="0" y="0"/>
            <a:chExt cx="25883279" cy="1233487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7E1DCA89-28DE-54AE-BBE8-5280757BE3BA}"/>
                </a:ext>
              </a:extLst>
            </p:cNvPr>
            <p:cNvGrpSpPr/>
            <p:nvPr/>
          </p:nvGrpSpPr>
          <p:grpSpPr>
            <a:xfrm>
              <a:off x="0" y="0"/>
              <a:ext cx="25883279" cy="1233487"/>
              <a:chOff x="0" y="0"/>
              <a:chExt cx="3994333" cy="190353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623E44B7-7C6F-FA8C-BF06-52FAD33F6C20}"/>
                  </a:ext>
                </a:extLst>
              </p:cNvPr>
              <p:cNvSpPr/>
              <p:nvPr/>
            </p:nvSpPr>
            <p:spPr>
              <a:xfrm>
                <a:off x="0" y="0"/>
                <a:ext cx="3994333" cy="190353"/>
              </a:xfrm>
              <a:custGeom>
                <a:avLst/>
                <a:gdLst/>
                <a:ahLst/>
                <a:cxnLst/>
                <a:rect l="l" t="t" r="r" b="b"/>
                <a:pathLst>
                  <a:path w="3994333" h="190353">
                    <a:moveTo>
                      <a:pt x="7789" y="0"/>
                    </a:moveTo>
                    <a:lnTo>
                      <a:pt x="3986544" y="0"/>
                    </a:lnTo>
                    <a:cubicBezTo>
                      <a:pt x="3990846" y="0"/>
                      <a:pt x="3994333" y="3487"/>
                      <a:pt x="3994333" y="7789"/>
                    </a:cubicBezTo>
                    <a:lnTo>
                      <a:pt x="3994333" y="182564"/>
                    </a:lnTo>
                    <a:cubicBezTo>
                      <a:pt x="3994333" y="184629"/>
                      <a:pt x="3993513" y="186611"/>
                      <a:pt x="3992052" y="188072"/>
                    </a:cubicBezTo>
                    <a:cubicBezTo>
                      <a:pt x="3990591" y="189532"/>
                      <a:pt x="3988610" y="190353"/>
                      <a:pt x="3986544" y="190353"/>
                    </a:cubicBezTo>
                    <a:lnTo>
                      <a:pt x="7789" y="190353"/>
                    </a:lnTo>
                    <a:cubicBezTo>
                      <a:pt x="5723" y="190353"/>
                      <a:pt x="3742" y="189532"/>
                      <a:pt x="2281" y="188072"/>
                    </a:cubicBezTo>
                    <a:cubicBezTo>
                      <a:pt x="821" y="186611"/>
                      <a:pt x="0" y="184629"/>
                      <a:pt x="0" y="182564"/>
                    </a:cubicBezTo>
                    <a:lnTo>
                      <a:pt x="0" y="7789"/>
                    </a:lnTo>
                    <a:cubicBezTo>
                      <a:pt x="0" y="5723"/>
                      <a:pt x="821" y="3742"/>
                      <a:pt x="2281" y="2281"/>
                    </a:cubicBezTo>
                    <a:cubicBezTo>
                      <a:pt x="3742" y="821"/>
                      <a:pt x="5723" y="0"/>
                      <a:pt x="7789" y="0"/>
                    </a:cubicBezTo>
                    <a:close/>
                  </a:path>
                </a:pathLst>
              </a:custGeom>
              <a:solidFill>
                <a:srgbClr val="00A6C8"/>
              </a:solidFill>
            </p:spPr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9F85C31F-0B18-4F47-1260-6B2D5465F57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994333" cy="228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69D1416F-24C2-2321-C6DC-CFFFEC50779D}"/>
                </a:ext>
              </a:extLst>
            </p:cNvPr>
            <p:cNvSpPr txBox="1"/>
            <p:nvPr/>
          </p:nvSpPr>
          <p:spPr>
            <a:xfrm>
              <a:off x="23404781" y="282395"/>
              <a:ext cx="293668" cy="649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41"/>
                </a:lnSpc>
                <a:spcBef>
                  <a:spcPct val="0"/>
                </a:spcBef>
              </a:pPr>
              <a:r>
                <a:rPr lang="en-US" sz="3117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A5A3FCD-A53A-4817-B946-ADEE05C4EF2D}"/>
              </a:ext>
            </a:extLst>
          </p:cNvPr>
          <p:cNvGrpSpPr/>
          <p:nvPr/>
        </p:nvGrpSpPr>
        <p:grpSpPr>
          <a:xfrm>
            <a:off x="12870324" y="406535"/>
            <a:ext cx="5706691" cy="1045541"/>
            <a:chOff x="0" y="0"/>
            <a:chExt cx="7608921" cy="1394055"/>
          </a:xfrm>
        </p:grpSpPr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95A9D709-C74F-7446-DC0F-6310CA0A2B27}"/>
                </a:ext>
              </a:extLst>
            </p:cNvPr>
            <p:cNvGrpSpPr/>
            <p:nvPr/>
          </p:nvGrpSpPr>
          <p:grpSpPr>
            <a:xfrm>
              <a:off x="0" y="0"/>
              <a:ext cx="7608921" cy="1394055"/>
              <a:chOff x="0" y="0"/>
              <a:chExt cx="1700016" cy="311465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7748AC41-2E8F-7C8D-1DF7-2DC9DD876CE9}"/>
                  </a:ext>
                </a:extLst>
              </p:cNvPr>
              <p:cNvSpPr/>
              <p:nvPr/>
            </p:nvSpPr>
            <p:spPr>
              <a:xfrm>
                <a:off x="0" y="0"/>
                <a:ext cx="1700016" cy="311465"/>
              </a:xfrm>
              <a:custGeom>
                <a:avLst/>
                <a:gdLst/>
                <a:ahLst/>
                <a:cxnLst/>
                <a:rect l="l" t="t" r="r" b="b"/>
                <a:pathLst>
                  <a:path w="1700016" h="311465">
                    <a:moveTo>
                      <a:pt x="18302" y="0"/>
                    </a:moveTo>
                    <a:lnTo>
                      <a:pt x="1681715" y="0"/>
                    </a:lnTo>
                    <a:cubicBezTo>
                      <a:pt x="1686569" y="0"/>
                      <a:pt x="1691224" y="1928"/>
                      <a:pt x="1694656" y="5360"/>
                    </a:cubicBezTo>
                    <a:cubicBezTo>
                      <a:pt x="1698088" y="8793"/>
                      <a:pt x="1700016" y="13448"/>
                      <a:pt x="1700016" y="18302"/>
                    </a:cubicBezTo>
                    <a:lnTo>
                      <a:pt x="1700016" y="293164"/>
                    </a:lnTo>
                    <a:cubicBezTo>
                      <a:pt x="1700016" y="303271"/>
                      <a:pt x="1691822" y="311465"/>
                      <a:pt x="1681715" y="311465"/>
                    </a:cubicBezTo>
                    <a:lnTo>
                      <a:pt x="18302" y="311465"/>
                    </a:lnTo>
                    <a:cubicBezTo>
                      <a:pt x="8194" y="311465"/>
                      <a:pt x="0" y="303271"/>
                      <a:pt x="0" y="293164"/>
                    </a:cubicBezTo>
                    <a:lnTo>
                      <a:pt x="0" y="18302"/>
                    </a:lnTo>
                    <a:cubicBezTo>
                      <a:pt x="0" y="8194"/>
                      <a:pt x="8194" y="0"/>
                      <a:pt x="18302" y="0"/>
                    </a:cubicBezTo>
                    <a:close/>
                  </a:path>
                </a:pathLst>
              </a:custGeom>
              <a:solidFill>
                <a:srgbClr val="040F23"/>
              </a:solidFill>
            </p:spPr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551A6722-0749-8DA0-6C9D-FE7E92E8705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00016" cy="3590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9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E2277B48-CD30-0A23-8DDA-3B2C8DDD5B4C}"/>
                </a:ext>
              </a:extLst>
            </p:cNvPr>
            <p:cNvSpPr/>
            <p:nvPr/>
          </p:nvSpPr>
          <p:spPr>
            <a:xfrm>
              <a:off x="0" y="94091"/>
              <a:ext cx="7110803" cy="1205874"/>
            </a:xfrm>
            <a:custGeom>
              <a:avLst/>
              <a:gdLst/>
              <a:ahLst/>
              <a:cxnLst/>
              <a:rect l="l" t="t" r="r" b="b"/>
              <a:pathLst>
                <a:path w="7110803" h="1205874">
                  <a:moveTo>
                    <a:pt x="0" y="0"/>
                  </a:moveTo>
                  <a:lnTo>
                    <a:pt x="7110803" y="0"/>
                  </a:lnTo>
                  <a:lnTo>
                    <a:pt x="7110803" y="1205873"/>
                  </a:lnTo>
                  <a:lnTo>
                    <a:pt x="0" y="120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D3672FF1-254A-70B7-CC09-6B0B0962F6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400300"/>
            <a:ext cx="8910893" cy="482441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9E924D1-ABE5-538E-3717-A538E9D76F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0" y="2361246"/>
            <a:ext cx="8939042" cy="483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97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F54B3-EF1F-ADE1-D4B2-53EF209EC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838D77C-4217-D190-960F-9947273B78CA}"/>
              </a:ext>
            </a:extLst>
          </p:cNvPr>
          <p:cNvGrpSpPr/>
          <p:nvPr/>
        </p:nvGrpSpPr>
        <p:grpSpPr>
          <a:xfrm>
            <a:off x="-7144" y="9524999"/>
            <a:ext cx="18302286" cy="769145"/>
            <a:chOff x="0" y="0"/>
            <a:chExt cx="24403048" cy="10255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D94EF13-0974-4B1A-A86D-D947D4A0E847}"/>
                </a:ext>
              </a:extLst>
            </p:cNvPr>
            <p:cNvSpPr/>
            <p:nvPr/>
          </p:nvSpPr>
          <p:spPr>
            <a:xfrm>
              <a:off x="9525" y="9525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FD27EF4-4BD7-11D5-4104-A50C80A1B9E0}"/>
                </a:ext>
              </a:extLst>
            </p:cNvPr>
            <p:cNvSpPr/>
            <p:nvPr/>
          </p:nvSpPr>
          <p:spPr>
            <a:xfrm>
              <a:off x="0" y="0"/>
              <a:ext cx="24403050" cy="1025525"/>
            </a:xfrm>
            <a:custGeom>
              <a:avLst/>
              <a:gdLst/>
              <a:ahLst/>
              <a:cxnLst/>
              <a:rect l="l" t="t" r="r" b="b"/>
              <a:pathLst>
                <a:path w="24403050" h="1025525">
                  <a:moveTo>
                    <a:pt x="9525" y="0"/>
                  </a:moveTo>
                  <a:lnTo>
                    <a:pt x="24393525" y="0"/>
                  </a:lnTo>
                  <a:cubicBezTo>
                    <a:pt x="24398732" y="0"/>
                    <a:pt x="24403050" y="4318"/>
                    <a:pt x="24403050" y="9525"/>
                  </a:cubicBezTo>
                  <a:lnTo>
                    <a:pt x="24403050" y="1016000"/>
                  </a:lnTo>
                  <a:cubicBezTo>
                    <a:pt x="24403050" y="1021207"/>
                    <a:pt x="24398732" y="1025525"/>
                    <a:pt x="24393525" y="1025525"/>
                  </a:cubicBezTo>
                  <a:lnTo>
                    <a:pt x="9525" y="1025525"/>
                  </a:lnTo>
                  <a:cubicBezTo>
                    <a:pt x="4318" y="1025525"/>
                    <a:pt x="0" y="1021207"/>
                    <a:pt x="0" y="101600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16000"/>
                  </a:lnTo>
                  <a:lnTo>
                    <a:pt x="9525" y="1016000"/>
                  </a:lnTo>
                  <a:lnTo>
                    <a:pt x="9525" y="1006475"/>
                  </a:lnTo>
                  <a:lnTo>
                    <a:pt x="24393525" y="1006475"/>
                  </a:lnTo>
                  <a:lnTo>
                    <a:pt x="24393525" y="1016000"/>
                  </a:lnTo>
                  <a:lnTo>
                    <a:pt x="24384000" y="1016000"/>
                  </a:lnTo>
                  <a:lnTo>
                    <a:pt x="24384000" y="9525"/>
                  </a:lnTo>
                  <a:lnTo>
                    <a:pt x="24393525" y="9525"/>
                  </a:lnTo>
                  <a:lnTo>
                    <a:pt x="243935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1536C64-8B95-AAB6-9DF2-D0B6699D2273}"/>
              </a:ext>
            </a:extLst>
          </p:cNvPr>
          <p:cNvGrpSpPr/>
          <p:nvPr/>
        </p:nvGrpSpPr>
        <p:grpSpPr>
          <a:xfrm>
            <a:off x="13106400" y="9534530"/>
            <a:ext cx="4267200" cy="547688"/>
            <a:chOff x="0" y="0"/>
            <a:chExt cx="5689600" cy="7302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84761D3-ED0C-56AA-B4CB-C534852DE711}"/>
                </a:ext>
              </a:extLst>
            </p:cNvPr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8BB0C5C2-F000-05A5-66C1-B07AE4CB1DCA}"/>
                </a:ext>
              </a:extLst>
            </p:cNvPr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Bold"/>
                  <a:ea typeface="Trade Gothic Bold"/>
                  <a:cs typeface="Trade Gothic Bold"/>
                  <a:sym typeface="Trade Gothic Bold"/>
                </a:rPr>
                <a:t>6</a:t>
              </a: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9ADF5652-D840-A499-6921-F8288624BF44}"/>
              </a:ext>
            </a:extLst>
          </p:cNvPr>
          <p:cNvGrpSpPr/>
          <p:nvPr/>
        </p:nvGrpSpPr>
        <p:grpSpPr>
          <a:xfrm>
            <a:off x="-438336" y="9371410"/>
            <a:ext cx="19412459" cy="925115"/>
            <a:chOff x="0" y="0"/>
            <a:chExt cx="25883279" cy="1233487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8B8D4E5A-A7EF-A670-92BC-C47A7E168A16}"/>
                </a:ext>
              </a:extLst>
            </p:cNvPr>
            <p:cNvGrpSpPr/>
            <p:nvPr/>
          </p:nvGrpSpPr>
          <p:grpSpPr>
            <a:xfrm>
              <a:off x="0" y="0"/>
              <a:ext cx="25883279" cy="1233487"/>
              <a:chOff x="0" y="0"/>
              <a:chExt cx="3994333" cy="190353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AA2005AB-DB54-6FC4-3ADB-680EE308F058}"/>
                  </a:ext>
                </a:extLst>
              </p:cNvPr>
              <p:cNvSpPr/>
              <p:nvPr/>
            </p:nvSpPr>
            <p:spPr>
              <a:xfrm>
                <a:off x="0" y="0"/>
                <a:ext cx="3994333" cy="190353"/>
              </a:xfrm>
              <a:custGeom>
                <a:avLst/>
                <a:gdLst/>
                <a:ahLst/>
                <a:cxnLst/>
                <a:rect l="l" t="t" r="r" b="b"/>
                <a:pathLst>
                  <a:path w="3994333" h="190353">
                    <a:moveTo>
                      <a:pt x="7789" y="0"/>
                    </a:moveTo>
                    <a:lnTo>
                      <a:pt x="3986544" y="0"/>
                    </a:lnTo>
                    <a:cubicBezTo>
                      <a:pt x="3990846" y="0"/>
                      <a:pt x="3994333" y="3487"/>
                      <a:pt x="3994333" y="7789"/>
                    </a:cubicBezTo>
                    <a:lnTo>
                      <a:pt x="3994333" y="182564"/>
                    </a:lnTo>
                    <a:cubicBezTo>
                      <a:pt x="3994333" y="184629"/>
                      <a:pt x="3993513" y="186611"/>
                      <a:pt x="3992052" y="188072"/>
                    </a:cubicBezTo>
                    <a:cubicBezTo>
                      <a:pt x="3990591" y="189532"/>
                      <a:pt x="3988610" y="190353"/>
                      <a:pt x="3986544" y="190353"/>
                    </a:cubicBezTo>
                    <a:lnTo>
                      <a:pt x="7789" y="190353"/>
                    </a:lnTo>
                    <a:cubicBezTo>
                      <a:pt x="5723" y="190353"/>
                      <a:pt x="3742" y="189532"/>
                      <a:pt x="2281" y="188072"/>
                    </a:cubicBezTo>
                    <a:cubicBezTo>
                      <a:pt x="821" y="186611"/>
                      <a:pt x="0" y="184629"/>
                      <a:pt x="0" y="182564"/>
                    </a:cubicBezTo>
                    <a:lnTo>
                      <a:pt x="0" y="7789"/>
                    </a:lnTo>
                    <a:cubicBezTo>
                      <a:pt x="0" y="5723"/>
                      <a:pt x="821" y="3742"/>
                      <a:pt x="2281" y="2281"/>
                    </a:cubicBezTo>
                    <a:cubicBezTo>
                      <a:pt x="3742" y="821"/>
                      <a:pt x="5723" y="0"/>
                      <a:pt x="7789" y="0"/>
                    </a:cubicBezTo>
                    <a:close/>
                  </a:path>
                </a:pathLst>
              </a:custGeom>
              <a:solidFill>
                <a:srgbClr val="00A6C8"/>
              </a:solidFill>
            </p:spPr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F4751F74-810D-D4D2-6871-4104E070A9C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994333" cy="228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A215B318-A8D5-F8DE-B255-18C983AC69A1}"/>
                </a:ext>
              </a:extLst>
            </p:cNvPr>
            <p:cNvSpPr txBox="1"/>
            <p:nvPr/>
          </p:nvSpPr>
          <p:spPr>
            <a:xfrm>
              <a:off x="23404781" y="282395"/>
              <a:ext cx="293668" cy="649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41"/>
                </a:lnSpc>
                <a:spcBef>
                  <a:spcPct val="0"/>
                </a:spcBef>
              </a:pPr>
              <a:r>
                <a:rPr lang="en-US" sz="3117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0515791B-4B2F-1DE8-DA1F-70448B655554}"/>
              </a:ext>
            </a:extLst>
          </p:cNvPr>
          <p:cNvGrpSpPr/>
          <p:nvPr/>
        </p:nvGrpSpPr>
        <p:grpSpPr>
          <a:xfrm>
            <a:off x="12870324" y="406535"/>
            <a:ext cx="5706691" cy="1045541"/>
            <a:chOff x="0" y="0"/>
            <a:chExt cx="7608921" cy="1394055"/>
          </a:xfrm>
        </p:grpSpPr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B558BAB4-B59A-D4C9-D64B-576E7F852AC4}"/>
                </a:ext>
              </a:extLst>
            </p:cNvPr>
            <p:cNvGrpSpPr/>
            <p:nvPr/>
          </p:nvGrpSpPr>
          <p:grpSpPr>
            <a:xfrm>
              <a:off x="0" y="0"/>
              <a:ext cx="7608921" cy="1394055"/>
              <a:chOff x="0" y="0"/>
              <a:chExt cx="1700016" cy="311465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B3363BE4-AE70-6927-75AD-C04A8F4C9505}"/>
                  </a:ext>
                </a:extLst>
              </p:cNvPr>
              <p:cNvSpPr/>
              <p:nvPr/>
            </p:nvSpPr>
            <p:spPr>
              <a:xfrm>
                <a:off x="0" y="0"/>
                <a:ext cx="1700016" cy="311465"/>
              </a:xfrm>
              <a:custGeom>
                <a:avLst/>
                <a:gdLst/>
                <a:ahLst/>
                <a:cxnLst/>
                <a:rect l="l" t="t" r="r" b="b"/>
                <a:pathLst>
                  <a:path w="1700016" h="311465">
                    <a:moveTo>
                      <a:pt x="18302" y="0"/>
                    </a:moveTo>
                    <a:lnTo>
                      <a:pt x="1681715" y="0"/>
                    </a:lnTo>
                    <a:cubicBezTo>
                      <a:pt x="1686569" y="0"/>
                      <a:pt x="1691224" y="1928"/>
                      <a:pt x="1694656" y="5360"/>
                    </a:cubicBezTo>
                    <a:cubicBezTo>
                      <a:pt x="1698088" y="8793"/>
                      <a:pt x="1700016" y="13448"/>
                      <a:pt x="1700016" y="18302"/>
                    </a:cubicBezTo>
                    <a:lnTo>
                      <a:pt x="1700016" y="293164"/>
                    </a:lnTo>
                    <a:cubicBezTo>
                      <a:pt x="1700016" y="303271"/>
                      <a:pt x="1691822" y="311465"/>
                      <a:pt x="1681715" y="311465"/>
                    </a:cubicBezTo>
                    <a:lnTo>
                      <a:pt x="18302" y="311465"/>
                    </a:lnTo>
                    <a:cubicBezTo>
                      <a:pt x="8194" y="311465"/>
                      <a:pt x="0" y="303271"/>
                      <a:pt x="0" y="293164"/>
                    </a:cubicBezTo>
                    <a:lnTo>
                      <a:pt x="0" y="18302"/>
                    </a:lnTo>
                    <a:cubicBezTo>
                      <a:pt x="0" y="8194"/>
                      <a:pt x="8194" y="0"/>
                      <a:pt x="18302" y="0"/>
                    </a:cubicBezTo>
                    <a:close/>
                  </a:path>
                </a:pathLst>
              </a:custGeom>
              <a:solidFill>
                <a:srgbClr val="040F23"/>
              </a:solidFill>
            </p:spPr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67C99F6F-3F24-FE18-5AD5-18CE4FF3F82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00016" cy="3590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9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94A13117-A35A-B923-48F0-D5C8BAC61D41}"/>
                </a:ext>
              </a:extLst>
            </p:cNvPr>
            <p:cNvSpPr/>
            <p:nvPr/>
          </p:nvSpPr>
          <p:spPr>
            <a:xfrm>
              <a:off x="0" y="94091"/>
              <a:ext cx="7110803" cy="1205874"/>
            </a:xfrm>
            <a:custGeom>
              <a:avLst/>
              <a:gdLst/>
              <a:ahLst/>
              <a:cxnLst/>
              <a:rect l="l" t="t" r="r" b="b"/>
              <a:pathLst>
                <a:path w="7110803" h="1205874">
                  <a:moveTo>
                    <a:pt x="0" y="0"/>
                  </a:moveTo>
                  <a:lnTo>
                    <a:pt x="7110803" y="0"/>
                  </a:lnTo>
                  <a:lnTo>
                    <a:pt x="7110803" y="1205873"/>
                  </a:lnTo>
                  <a:lnTo>
                    <a:pt x="0" y="120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DB9A8A7-FCBE-033A-D536-D951BB8EE5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400300"/>
            <a:ext cx="8914904" cy="48265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FD181E-D7B3-883F-898A-ACDB03BC07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698" y="2400300"/>
            <a:ext cx="8914903" cy="482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694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F3799-E426-7C8D-1AA7-FB141148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C20FF4D-B1E0-A8FA-7CAA-F0099FF37E5E}"/>
              </a:ext>
            </a:extLst>
          </p:cNvPr>
          <p:cNvGrpSpPr/>
          <p:nvPr/>
        </p:nvGrpSpPr>
        <p:grpSpPr>
          <a:xfrm>
            <a:off x="-7144" y="9524999"/>
            <a:ext cx="18302286" cy="769145"/>
            <a:chOff x="0" y="0"/>
            <a:chExt cx="24403048" cy="10255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7075812-2592-E8B6-831F-2B8CBFAF835D}"/>
                </a:ext>
              </a:extLst>
            </p:cNvPr>
            <p:cNvSpPr/>
            <p:nvPr/>
          </p:nvSpPr>
          <p:spPr>
            <a:xfrm>
              <a:off x="9525" y="9525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01100A1-EC28-422A-2992-4152AD38F696}"/>
                </a:ext>
              </a:extLst>
            </p:cNvPr>
            <p:cNvSpPr/>
            <p:nvPr/>
          </p:nvSpPr>
          <p:spPr>
            <a:xfrm>
              <a:off x="0" y="0"/>
              <a:ext cx="24403050" cy="1025525"/>
            </a:xfrm>
            <a:custGeom>
              <a:avLst/>
              <a:gdLst/>
              <a:ahLst/>
              <a:cxnLst/>
              <a:rect l="l" t="t" r="r" b="b"/>
              <a:pathLst>
                <a:path w="24403050" h="1025525">
                  <a:moveTo>
                    <a:pt x="9525" y="0"/>
                  </a:moveTo>
                  <a:lnTo>
                    <a:pt x="24393525" y="0"/>
                  </a:lnTo>
                  <a:cubicBezTo>
                    <a:pt x="24398732" y="0"/>
                    <a:pt x="24403050" y="4318"/>
                    <a:pt x="24403050" y="9525"/>
                  </a:cubicBezTo>
                  <a:lnTo>
                    <a:pt x="24403050" y="1016000"/>
                  </a:lnTo>
                  <a:cubicBezTo>
                    <a:pt x="24403050" y="1021207"/>
                    <a:pt x="24398732" y="1025525"/>
                    <a:pt x="24393525" y="1025525"/>
                  </a:cubicBezTo>
                  <a:lnTo>
                    <a:pt x="9525" y="1025525"/>
                  </a:lnTo>
                  <a:cubicBezTo>
                    <a:pt x="4318" y="1025525"/>
                    <a:pt x="0" y="1021207"/>
                    <a:pt x="0" y="101600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16000"/>
                  </a:lnTo>
                  <a:lnTo>
                    <a:pt x="9525" y="1016000"/>
                  </a:lnTo>
                  <a:lnTo>
                    <a:pt x="9525" y="1006475"/>
                  </a:lnTo>
                  <a:lnTo>
                    <a:pt x="24393525" y="1006475"/>
                  </a:lnTo>
                  <a:lnTo>
                    <a:pt x="24393525" y="1016000"/>
                  </a:lnTo>
                  <a:lnTo>
                    <a:pt x="24384000" y="1016000"/>
                  </a:lnTo>
                  <a:lnTo>
                    <a:pt x="24384000" y="9525"/>
                  </a:lnTo>
                  <a:lnTo>
                    <a:pt x="24393525" y="9525"/>
                  </a:lnTo>
                  <a:lnTo>
                    <a:pt x="243935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135C1C34-5548-6D26-2AC7-78E8908E3644}"/>
              </a:ext>
            </a:extLst>
          </p:cNvPr>
          <p:cNvGrpSpPr/>
          <p:nvPr/>
        </p:nvGrpSpPr>
        <p:grpSpPr>
          <a:xfrm>
            <a:off x="13106400" y="9534530"/>
            <a:ext cx="4267200" cy="547688"/>
            <a:chOff x="0" y="0"/>
            <a:chExt cx="5689600" cy="7302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8FF7DAA-FE29-668F-7DD4-817FE29A154F}"/>
                </a:ext>
              </a:extLst>
            </p:cNvPr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BB49C31-2E24-DFC6-ACDB-84B9C96CFBD1}"/>
                </a:ext>
              </a:extLst>
            </p:cNvPr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Bold"/>
                  <a:ea typeface="Trade Gothic Bold"/>
                  <a:cs typeface="Trade Gothic Bold"/>
                  <a:sym typeface="Trade Gothic Bold"/>
                </a:rPr>
                <a:t>6</a:t>
              </a: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921316D7-0B12-E95A-0DF4-DE1D6CDAFDDE}"/>
              </a:ext>
            </a:extLst>
          </p:cNvPr>
          <p:cNvGrpSpPr/>
          <p:nvPr/>
        </p:nvGrpSpPr>
        <p:grpSpPr>
          <a:xfrm>
            <a:off x="-438336" y="9371410"/>
            <a:ext cx="19412459" cy="925115"/>
            <a:chOff x="0" y="0"/>
            <a:chExt cx="25883279" cy="1233487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AA946D10-56AB-DEE6-2779-9376031E39E8}"/>
                </a:ext>
              </a:extLst>
            </p:cNvPr>
            <p:cNvGrpSpPr/>
            <p:nvPr/>
          </p:nvGrpSpPr>
          <p:grpSpPr>
            <a:xfrm>
              <a:off x="0" y="0"/>
              <a:ext cx="25883279" cy="1233487"/>
              <a:chOff x="0" y="0"/>
              <a:chExt cx="3994333" cy="190353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BA537112-BF67-6701-89C1-B6E4B470D402}"/>
                  </a:ext>
                </a:extLst>
              </p:cNvPr>
              <p:cNvSpPr/>
              <p:nvPr/>
            </p:nvSpPr>
            <p:spPr>
              <a:xfrm>
                <a:off x="0" y="0"/>
                <a:ext cx="3994333" cy="190353"/>
              </a:xfrm>
              <a:custGeom>
                <a:avLst/>
                <a:gdLst/>
                <a:ahLst/>
                <a:cxnLst/>
                <a:rect l="l" t="t" r="r" b="b"/>
                <a:pathLst>
                  <a:path w="3994333" h="190353">
                    <a:moveTo>
                      <a:pt x="7789" y="0"/>
                    </a:moveTo>
                    <a:lnTo>
                      <a:pt x="3986544" y="0"/>
                    </a:lnTo>
                    <a:cubicBezTo>
                      <a:pt x="3990846" y="0"/>
                      <a:pt x="3994333" y="3487"/>
                      <a:pt x="3994333" y="7789"/>
                    </a:cubicBezTo>
                    <a:lnTo>
                      <a:pt x="3994333" y="182564"/>
                    </a:lnTo>
                    <a:cubicBezTo>
                      <a:pt x="3994333" y="184629"/>
                      <a:pt x="3993513" y="186611"/>
                      <a:pt x="3992052" y="188072"/>
                    </a:cubicBezTo>
                    <a:cubicBezTo>
                      <a:pt x="3990591" y="189532"/>
                      <a:pt x="3988610" y="190353"/>
                      <a:pt x="3986544" y="190353"/>
                    </a:cubicBezTo>
                    <a:lnTo>
                      <a:pt x="7789" y="190353"/>
                    </a:lnTo>
                    <a:cubicBezTo>
                      <a:pt x="5723" y="190353"/>
                      <a:pt x="3742" y="189532"/>
                      <a:pt x="2281" y="188072"/>
                    </a:cubicBezTo>
                    <a:cubicBezTo>
                      <a:pt x="821" y="186611"/>
                      <a:pt x="0" y="184629"/>
                      <a:pt x="0" y="182564"/>
                    </a:cubicBezTo>
                    <a:lnTo>
                      <a:pt x="0" y="7789"/>
                    </a:lnTo>
                    <a:cubicBezTo>
                      <a:pt x="0" y="5723"/>
                      <a:pt x="821" y="3742"/>
                      <a:pt x="2281" y="2281"/>
                    </a:cubicBezTo>
                    <a:cubicBezTo>
                      <a:pt x="3742" y="821"/>
                      <a:pt x="5723" y="0"/>
                      <a:pt x="7789" y="0"/>
                    </a:cubicBezTo>
                    <a:close/>
                  </a:path>
                </a:pathLst>
              </a:custGeom>
              <a:solidFill>
                <a:srgbClr val="00A6C8"/>
              </a:solidFill>
            </p:spPr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8881A976-A90D-2EA2-C88D-532F975685A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994333" cy="2284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 dirty="0"/>
              </a:p>
            </p:txBody>
          </p:sp>
        </p:grp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A603C936-C07C-8DF8-D4A1-1C33A13048CD}"/>
                </a:ext>
              </a:extLst>
            </p:cNvPr>
            <p:cNvSpPr txBox="1"/>
            <p:nvPr/>
          </p:nvSpPr>
          <p:spPr>
            <a:xfrm>
              <a:off x="23404781" y="282395"/>
              <a:ext cx="293668" cy="649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41"/>
                </a:lnSpc>
                <a:spcBef>
                  <a:spcPct val="0"/>
                </a:spcBef>
              </a:pPr>
              <a:r>
                <a:rPr lang="en-US" sz="3117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3890BFC-8BF7-82E1-C1D6-744D1789D835}"/>
              </a:ext>
            </a:extLst>
          </p:cNvPr>
          <p:cNvGrpSpPr/>
          <p:nvPr/>
        </p:nvGrpSpPr>
        <p:grpSpPr>
          <a:xfrm>
            <a:off x="12870324" y="406535"/>
            <a:ext cx="5706691" cy="1045541"/>
            <a:chOff x="0" y="0"/>
            <a:chExt cx="7608921" cy="1394055"/>
          </a:xfrm>
        </p:grpSpPr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1EFB2AE4-F388-2C27-07D4-70237E63EAB2}"/>
                </a:ext>
              </a:extLst>
            </p:cNvPr>
            <p:cNvGrpSpPr/>
            <p:nvPr/>
          </p:nvGrpSpPr>
          <p:grpSpPr>
            <a:xfrm>
              <a:off x="0" y="0"/>
              <a:ext cx="7608921" cy="1394055"/>
              <a:chOff x="0" y="0"/>
              <a:chExt cx="1700016" cy="311465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A5CD7807-8B72-6C76-4C77-8CDD500F80DA}"/>
                  </a:ext>
                </a:extLst>
              </p:cNvPr>
              <p:cNvSpPr/>
              <p:nvPr/>
            </p:nvSpPr>
            <p:spPr>
              <a:xfrm>
                <a:off x="0" y="0"/>
                <a:ext cx="1700016" cy="311465"/>
              </a:xfrm>
              <a:custGeom>
                <a:avLst/>
                <a:gdLst/>
                <a:ahLst/>
                <a:cxnLst/>
                <a:rect l="l" t="t" r="r" b="b"/>
                <a:pathLst>
                  <a:path w="1700016" h="311465">
                    <a:moveTo>
                      <a:pt x="18302" y="0"/>
                    </a:moveTo>
                    <a:lnTo>
                      <a:pt x="1681715" y="0"/>
                    </a:lnTo>
                    <a:cubicBezTo>
                      <a:pt x="1686569" y="0"/>
                      <a:pt x="1691224" y="1928"/>
                      <a:pt x="1694656" y="5360"/>
                    </a:cubicBezTo>
                    <a:cubicBezTo>
                      <a:pt x="1698088" y="8793"/>
                      <a:pt x="1700016" y="13448"/>
                      <a:pt x="1700016" y="18302"/>
                    </a:cubicBezTo>
                    <a:lnTo>
                      <a:pt x="1700016" y="293164"/>
                    </a:lnTo>
                    <a:cubicBezTo>
                      <a:pt x="1700016" y="303271"/>
                      <a:pt x="1691822" y="311465"/>
                      <a:pt x="1681715" y="311465"/>
                    </a:cubicBezTo>
                    <a:lnTo>
                      <a:pt x="18302" y="311465"/>
                    </a:lnTo>
                    <a:cubicBezTo>
                      <a:pt x="8194" y="311465"/>
                      <a:pt x="0" y="303271"/>
                      <a:pt x="0" y="293164"/>
                    </a:cubicBezTo>
                    <a:lnTo>
                      <a:pt x="0" y="18302"/>
                    </a:lnTo>
                    <a:cubicBezTo>
                      <a:pt x="0" y="8194"/>
                      <a:pt x="8194" y="0"/>
                      <a:pt x="18302" y="0"/>
                    </a:cubicBezTo>
                    <a:close/>
                  </a:path>
                </a:pathLst>
              </a:custGeom>
              <a:solidFill>
                <a:srgbClr val="040F23"/>
              </a:solidFill>
            </p:spPr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64094F1C-E67C-255A-8B4F-52BC1ABCB06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00016" cy="3590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9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52B65801-222A-9C15-75F8-683B45D4343C}"/>
                </a:ext>
              </a:extLst>
            </p:cNvPr>
            <p:cNvSpPr/>
            <p:nvPr/>
          </p:nvSpPr>
          <p:spPr>
            <a:xfrm>
              <a:off x="0" y="94091"/>
              <a:ext cx="7110803" cy="1205874"/>
            </a:xfrm>
            <a:custGeom>
              <a:avLst/>
              <a:gdLst/>
              <a:ahLst/>
              <a:cxnLst/>
              <a:rect l="l" t="t" r="r" b="b"/>
              <a:pathLst>
                <a:path w="7110803" h="1205874">
                  <a:moveTo>
                    <a:pt x="0" y="0"/>
                  </a:moveTo>
                  <a:lnTo>
                    <a:pt x="7110803" y="0"/>
                  </a:lnTo>
                  <a:lnTo>
                    <a:pt x="7110803" y="1205873"/>
                  </a:lnTo>
                  <a:lnTo>
                    <a:pt x="0" y="120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AF33040-0B76-8827-BDD4-E2ED4F975B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456321"/>
            <a:ext cx="8153400" cy="441430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3258A18-D821-C5C1-1868-67AAFB3EF4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180" y="3018859"/>
            <a:ext cx="7848600" cy="424928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0BBFA91-7CFD-4213-897F-3A9736D7294A}"/>
              </a:ext>
            </a:extLst>
          </p:cNvPr>
          <p:cNvSpPr txBox="1"/>
          <p:nvPr/>
        </p:nvSpPr>
        <p:spPr>
          <a:xfrm>
            <a:off x="762000" y="7962900"/>
            <a:ext cx="655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GitHub Link: https://github.com/idamodhar17/HealthLog.git</a:t>
            </a:r>
          </a:p>
        </p:txBody>
      </p:sp>
    </p:spTree>
    <p:extLst>
      <p:ext uri="{BB962C8B-B14F-4D97-AF65-F5344CB8AC3E}">
        <p14:creationId xmlns:p14="http://schemas.microsoft.com/office/powerpoint/2010/main" val="60820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461</Words>
  <Application>Microsoft Office PowerPoint</Application>
  <PresentationFormat>Custom</PresentationFormat>
  <Paragraphs>100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Arial</vt:lpstr>
      <vt:lpstr>Trade Gothic Bold</vt:lpstr>
      <vt:lpstr>Arial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Avishkaar-Presentation-Format.pptx</dc:title>
  <dc:creator>Vaibhavi</dc:creator>
  <cp:lastModifiedBy>Damodhar Zanwar</cp:lastModifiedBy>
  <cp:revision>6</cp:revision>
  <dcterms:created xsi:type="dcterms:W3CDTF">2006-08-16T00:00:00Z</dcterms:created>
  <dcterms:modified xsi:type="dcterms:W3CDTF">2025-11-26T03:25:58Z</dcterms:modified>
  <dc:identifier>DAG5mA_WOiM</dc:identifier>
</cp:coreProperties>
</file>